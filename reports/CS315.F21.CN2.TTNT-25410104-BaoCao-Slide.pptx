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3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9" r:id="rId2"/>
    <p:sldMasterId id="2147483686" r:id="rId3"/>
    <p:sldMasterId id="2147483708" r:id="rId4"/>
  </p:sldMasterIdLst>
  <p:notesMasterIdLst>
    <p:notesMasterId r:id="rId17"/>
  </p:notesMasterIdLst>
  <p:sldIdLst>
    <p:sldId id="278" r:id="rId5"/>
    <p:sldId id="284" r:id="rId6"/>
    <p:sldId id="280" r:id="rId7"/>
    <p:sldId id="291" r:id="rId8"/>
    <p:sldId id="273" r:id="rId9"/>
    <p:sldId id="274" r:id="rId10"/>
    <p:sldId id="275" r:id="rId11"/>
    <p:sldId id="281" r:id="rId12"/>
    <p:sldId id="276" r:id="rId13"/>
    <p:sldId id="292" r:id="rId14"/>
    <p:sldId id="282" r:id="rId15"/>
    <p:sldId id="283" r:id="rId16"/>
  </p:sldIdLst>
  <p:sldSz cx="9144000" cy="5143500" type="screen16x9"/>
  <p:notesSz cx="6858000" cy="9144000"/>
  <p:embeddedFontLst>
    <p:embeddedFont>
      <p:font typeface="Inter" panose="020B0604020202020204" charset="0"/>
      <p:bold r:id="rId18"/>
      <p:boldItalic r:id="rId19"/>
    </p:embeddedFont>
    <p:embeddedFont>
      <p:font typeface="Inter Medium" panose="020B0604020202020204" charset="0"/>
      <p:regular r:id="rId20"/>
      <p:bold r:id="rId21"/>
      <p:italic r:id="rId22"/>
      <p:boldItalic r:id="rId23"/>
    </p:embeddedFont>
    <p:embeddedFont>
      <p:font typeface="Inter SemiBold" panose="020B0604020202020204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1" roundtripDataSignature="AMtx7mjUpKk2hiJvOizF4Jp56+VRmgCM7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2" d="100"/>
          <a:sy n="132" d="100"/>
        </p:scale>
        <p:origin x="132" y="22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4.fntdata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7.fntdata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6.fntdata"/><Relationship Id="rId10" Type="http://schemas.openxmlformats.org/officeDocument/2006/relationships/slide" Target="slides/slide6.xml"/><Relationship Id="rId19" Type="http://schemas.openxmlformats.org/officeDocument/2006/relationships/font" Target="fonts/font2.fntdata"/><Relationship Id="rId31" Type="http://customschemas.google.com/relationships/presentationmetadata" Target="meta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1" name="Google Shape;244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2" name="Google Shape;244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9" name="Google Shape;244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0" name="Google Shape;245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4" name="Google Shape;245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5" name="Google Shape;245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0" name="Google Shape;246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1" name="Google Shape;246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0" name="Google Shape;250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1" name="Google Shape;250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0" name="Google Shape;253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1" name="Google Shape;253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3" name="Google Shape;255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4" name="Google Shape;255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6" name="Google Shape;258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7" name="Google Shape;258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2" name="Google Shape;259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3" name="Google Shape;259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4" name="Google Shape;263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5" name="Google Shape;263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1" name="Google Shape;267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2" name="Google Shape;267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7" name="Google Shape;2677;g3ec3e28d62c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8" name="Google Shape;2678;g3ec3e28d62c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êu đề">
  <p:cSld name="Tiêu đề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ea087b8d5c_2_10586"/>
          <p:cNvSpPr txBox="1">
            <a:spLocks noGrp="1"/>
          </p:cNvSpPr>
          <p:nvPr>
            <p:ph type="ftr" idx="11"/>
          </p:nvPr>
        </p:nvSpPr>
        <p:spPr>
          <a:xfrm>
            <a:off x="1765260" y="4860472"/>
            <a:ext cx="3216300" cy="1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g3ea087b8d5c_2_10586"/>
          <p:cNvSpPr/>
          <p:nvPr/>
        </p:nvSpPr>
        <p:spPr>
          <a:xfrm rot="10800000">
            <a:off x="-1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12192000" y="304800"/>
                </a:moveTo>
                <a:lnTo>
                  <a:pt x="9909279" y="304800"/>
                </a:lnTo>
                <a:lnTo>
                  <a:pt x="9732789" y="152400"/>
                </a:lnTo>
                <a:lnTo>
                  <a:pt x="5617499" y="152400"/>
                </a:lnTo>
                <a:lnTo>
                  <a:pt x="5441009" y="0"/>
                </a:lnTo>
                <a:lnTo>
                  <a:pt x="12192000" y="0"/>
                </a:lnTo>
                <a:close/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1999" y="6858000"/>
                </a:moveTo>
                <a:lnTo>
                  <a:pt x="11476382" y="6858000"/>
                </a:lnTo>
                <a:lnTo>
                  <a:pt x="12191999" y="6241089"/>
                </a:lnTo>
                <a:close/>
                <a:moveTo>
                  <a:pt x="6750991" y="6858000"/>
                </a:moveTo>
                <a:lnTo>
                  <a:pt x="0" y="6858000"/>
                </a:lnTo>
                <a:lnTo>
                  <a:pt x="0" y="6553200"/>
                </a:lnTo>
                <a:lnTo>
                  <a:pt x="2282721" y="6553200"/>
                </a:lnTo>
                <a:lnTo>
                  <a:pt x="2459211" y="6705600"/>
                </a:lnTo>
                <a:lnTo>
                  <a:pt x="6574500" y="670560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g3ea087b8d5c_2_10586"/>
          <p:cNvSpPr/>
          <p:nvPr/>
        </p:nvSpPr>
        <p:spPr>
          <a:xfrm rot="10800000">
            <a:off x="13" y="83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" name="Google Shape;15;g3ea087b8d5c_2_10586"/>
          <p:cNvGrpSpPr/>
          <p:nvPr/>
        </p:nvGrpSpPr>
        <p:grpSpPr>
          <a:xfrm>
            <a:off x="43967" y="30708"/>
            <a:ext cx="2152257" cy="1172534"/>
            <a:chOff x="44974" y="27296"/>
            <a:chExt cx="2869676" cy="1563379"/>
          </a:xfrm>
        </p:grpSpPr>
        <p:cxnSp>
          <p:nvCxnSpPr>
            <p:cNvPr id="16" name="Google Shape;16;g3ea087b8d5c_2_10586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7" name="Google Shape;17;g3ea087b8d5c_2_10586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8" name="Google Shape;18;g3ea087b8d5c_2_10586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19" name="Google Shape;19;g3ea087b8d5c_2_10586"/>
          <p:cNvSpPr/>
          <p:nvPr/>
        </p:nvSpPr>
        <p:spPr>
          <a:xfrm>
            <a:off x="8607287" y="4680817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" name="Google Shape;20;g3ea087b8d5c_2_10586"/>
          <p:cNvGrpSpPr/>
          <p:nvPr/>
        </p:nvGrpSpPr>
        <p:grpSpPr>
          <a:xfrm rot="10800000">
            <a:off x="6947777" y="3940258"/>
            <a:ext cx="2152257" cy="1172534"/>
            <a:chOff x="44974" y="27296"/>
            <a:chExt cx="2869676" cy="1563379"/>
          </a:xfrm>
        </p:grpSpPr>
        <p:cxnSp>
          <p:nvCxnSpPr>
            <p:cNvPr id="21" name="Google Shape;21;g3ea087b8d5c_2_10586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22;g3ea087b8d5c_2_10586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" name="Google Shape;23;g3ea087b8d5c_2_10586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4" name="Google Shape;24;g3ea087b8d5c_2_10586"/>
          <p:cNvSpPr/>
          <p:nvPr/>
        </p:nvSpPr>
        <p:spPr>
          <a:xfrm flipH="1">
            <a:off x="4080757" y="0"/>
            <a:ext cx="5063243" cy="228600"/>
          </a:xfrm>
          <a:custGeom>
            <a:avLst/>
            <a:gdLst/>
            <a:ahLst/>
            <a:cxnLst/>
            <a:rect l="l" t="t" r="r" b="b"/>
            <a:pathLst>
              <a:path w="6750991" h="304800" extrusionOk="0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g3ea087b8d5c_2_10586"/>
          <p:cNvSpPr/>
          <p:nvPr/>
        </p:nvSpPr>
        <p:spPr>
          <a:xfrm rot="10800000" flipH="1">
            <a:off x="0" y="4914900"/>
            <a:ext cx="5063243" cy="228600"/>
          </a:xfrm>
          <a:custGeom>
            <a:avLst/>
            <a:gdLst/>
            <a:ahLst/>
            <a:cxnLst/>
            <a:rect l="l" t="t" r="r" b="b"/>
            <a:pathLst>
              <a:path w="6750991" h="304800" extrusionOk="0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" name="Google Shape;26;g3ea087b8d5c_2_10586" descr="A picture containing clipart, vector graphic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9479" y="271978"/>
            <a:ext cx="408216" cy="33766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g3ea087b8d5c_2_10586"/>
          <p:cNvSpPr txBox="1"/>
          <p:nvPr/>
        </p:nvSpPr>
        <p:spPr>
          <a:xfrm>
            <a:off x="717700" y="244600"/>
            <a:ext cx="41631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rPr>
              <a:t>ĐẠI HỌC QUỐC GIA TP. HỒ CHÍ MINH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rPr>
              <a:t>TRƯỜNG ĐẠI HỌC CÔNG NGHỆ THÔNG TIN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g3ea087b8d5c_2_10586"/>
          <p:cNvSpPr/>
          <p:nvPr/>
        </p:nvSpPr>
        <p:spPr>
          <a:xfrm>
            <a:off x="79377" y="4953218"/>
            <a:ext cx="175500" cy="175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g3ea087b8d5c_2_10586"/>
          <p:cNvSpPr txBox="1">
            <a:spLocks noGrp="1"/>
          </p:cNvSpPr>
          <p:nvPr>
            <p:ph type="sldNum" idx="12"/>
          </p:nvPr>
        </p:nvSpPr>
        <p:spPr>
          <a:xfrm>
            <a:off x="56703" y="4940664"/>
            <a:ext cx="218700" cy="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" name="Google Shape;30;g3ea087b8d5c_2_10586"/>
          <p:cNvSpPr txBox="1">
            <a:spLocks noGrp="1"/>
          </p:cNvSpPr>
          <p:nvPr>
            <p:ph type="body" idx="1"/>
          </p:nvPr>
        </p:nvSpPr>
        <p:spPr>
          <a:xfrm>
            <a:off x="1388105" y="1656119"/>
            <a:ext cx="6367800" cy="5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46"/>
              </a:buClr>
              <a:buSzPts val="3300"/>
              <a:buNone/>
              <a:defRPr sz="3300" b="1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g3ea087b8d5c_2_10586"/>
          <p:cNvSpPr txBox="1">
            <a:spLocks noGrp="1"/>
          </p:cNvSpPr>
          <p:nvPr>
            <p:ph type="body" idx="2"/>
          </p:nvPr>
        </p:nvSpPr>
        <p:spPr>
          <a:xfrm>
            <a:off x="657743" y="2279591"/>
            <a:ext cx="7828500" cy="3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46"/>
              </a:buClr>
              <a:buSzPts val="2100"/>
              <a:buNone/>
              <a:defRPr sz="2100" b="1">
                <a:solidFill>
                  <a:srgbClr val="00004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g3ea087b8d5c_2_10586"/>
          <p:cNvSpPr txBox="1">
            <a:spLocks noGrp="1"/>
          </p:cNvSpPr>
          <p:nvPr>
            <p:ph type="body" idx="3"/>
          </p:nvPr>
        </p:nvSpPr>
        <p:spPr>
          <a:xfrm>
            <a:off x="3510728" y="3722286"/>
            <a:ext cx="2122800" cy="258900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6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 b="1" i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g3ea087b8d5c_2_10586"/>
          <p:cNvSpPr txBox="1">
            <a:spLocks noGrp="1"/>
          </p:cNvSpPr>
          <p:nvPr>
            <p:ph type="body" idx="4"/>
          </p:nvPr>
        </p:nvSpPr>
        <p:spPr>
          <a:xfrm>
            <a:off x="1388105" y="2723108"/>
            <a:ext cx="6367800" cy="4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A5A5A5"/>
              </a:buClr>
              <a:buSzPts val="900"/>
              <a:buNone/>
              <a:defRPr sz="900">
                <a:solidFill>
                  <a:srgbClr val="A5A5A5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g3ea087b8d5c_2_10586"/>
          <p:cNvSpPr txBox="1">
            <a:spLocks noGrp="1"/>
          </p:cNvSpPr>
          <p:nvPr>
            <p:ph type="dt" idx="10"/>
          </p:nvPr>
        </p:nvSpPr>
        <p:spPr>
          <a:xfrm>
            <a:off x="5075855" y="4857749"/>
            <a:ext cx="1872000" cy="1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g3ea087b8d5c_2_10586"/>
          <p:cNvSpPr/>
          <p:nvPr/>
        </p:nvSpPr>
        <p:spPr>
          <a:xfrm rot="10800000">
            <a:off x="-1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12192000" y="304800"/>
                </a:moveTo>
                <a:lnTo>
                  <a:pt x="9909279" y="304800"/>
                </a:lnTo>
                <a:lnTo>
                  <a:pt x="9732789" y="152400"/>
                </a:lnTo>
                <a:lnTo>
                  <a:pt x="5617499" y="152400"/>
                </a:lnTo>
                <a:lnTo>
                  <a:pt x="5441009" y="0"/>
                </a:lnTo>
                <a:lnTo>
                  <a:pt x="12192000" y="0"/>
                </a:lnTo>
                <a:close/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1999" y="6858000"/>
                </a:moveTo>
                <a:lnTo>
                  <a:pt x="11476382" y="6858000"/>
                </a:lnTo>
                <a:lnTo>
                  <a:pt x="12191999" y="6241089"/>
                </a:lnTo>
                <a:close/>
                <a:moveTo>
                  <a:pt x="6750991" y="6858000"/>
                </a:moveTo>
                <a:lnTo>
                  <a:pt x="0" y="6858000"/>
                </a:lnTo>
                <a:lnTo>
                  <a:pt x="0" y="6553200"/>
                </a:lnTo>
                <a:lnTo>
                  <a:pt x="2282721" y="6553200"/>
                </a:lnTo>
                <a:lnTo>
                  <a:pt x="2459211" y="6705600"/>
                </a:lnTo>
                <a:lnTo>
                  <a:pt x="6574500" y="670560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g3ea087b8d5c_2_10586"/>
          <p:cNvSpPr/>
          <p:nvPr/>
        </p:nvSpPr>
        <p:spPr>
          <a:xfrm rot="10800000">
            <a:off x="13" y="83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" name="Google Shape;37;g3ea087b8d5c_2_10586"/>
          <p:cNvGrpSpPr/>
          <p:nvPr/>
        </p:nvGrpSpPr>
        <p:grpSpPr>
          <a:xfrm>
            <a:off x="43967" y="30708"/>
            <a:ext cx="2152257" cy="1172534"/>
            <a:chOff x="44974" y="27296"/>
            <a:chExt cx="2869676" cy="1563379"/>
          </a:xfrm>
        </p:grpSpPr>
        <p:cxnSp>
          <p:nvCxnSpPr>
            <p:cNvPr id="38" name="Google Shape;38;g3ea087b8d5c_2_10586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39" name="Google Shape;39;g3ea087b8d5c_2_10586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40" name="Google Shape;40;g3ea087b8d5c_2_10586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41" name="Google Shape;41;g3ea087b8d5c_2_10586"/>
          <p:cNvSpPr/>
          <p:nvPr/>
        </p:nvSpPr>
        <p:spPr>
          <a:xfrm>
            <a:off x="8607287" y="4680817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" name="Google Shape;42;g3ea087b8d5c_2_10586"/>
          <p:cNvGrpSpPr/>
          <p:nvPr/>
        </p:nvGrpSpPr>
        <p:grpSpPr>
          <a:xfrm rot="10800000">
            <a:off x="6947777" y="3940258"/>
            <a:ext cx="2152257" cy="1172534"/>
            <a:chOff x="44974" y="27296"/>
            <a:chExt cx="2869676" cy="1563379"/>
          </a:xfrm>
        </p:grpSpPr>
        <p:cxnSp>
          <p:nvCxnSpPr>
            <p:cNvPr id="43" name="Google Shape;43;g3ea087b8d5c_2_10586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4" name="Google Shape;44;g3ea087b8d5c_2_10586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5" name="Google Shape;45;g3ea087b8d5c_2_10586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46" name="Google Shape;46;g3ea087b8d5c_2_10586"/>
          <p:cNvSpPr/>
          <p:nvPr/>
        </p:nvSpPr>
        <p:spPr>
          <a:xfrm flipH="1">
            <a:off x="4080757" y="0"/>
            <a:ext cx="5063243" cy="228600"/>
          </a:xfrm>
          <a:custGeom>
            <a:avLst/>
            <a:gdLst/>
            <a:ahLst/>
            <a:cxnLst/>
            <a:rect l="l" t="t" r="r" b="b"/>
            <a:pathLst>
              <a:path w="6750991" h="304800" extrusionOk="0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g3ea087b8d5c_2_10586"/>
          <p:cNvSpPr/>
          <p:nvPr/>
        </p:nvSpPr>
        <p:spPr>
          <a:xfrm rot="10800000" flipH="1">
            <a:off x="0" y="4914900"/>
            <a:ext cx="5063243" cy="228600"/>
          </a:xfrm>
          <a:custGeom>
            <a:avLst/>
            <a:gdLst/>
            <a:ahLst/>
            <a:cxnLst/>
            <a:rect l="l" t="t" r="r" b="b"/>
            <a:pathLst>
              <a:path w="6750991" h="304800" extrusionOk="0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" name="Google Shape;48;g3ea087b8d5c_2_10586" descr="A picture containing clipart, vector graphic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9479" y="271978"/>
            <a:ext cx="408216" cy="337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ục lục">
  <p:cSld name="Mục lục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ea087b8d5c_2_10650"/>
          <p:cNvSpPr/>
          <p:nvPr/>
        </p:nvSpPr>
        <p:spPr>
          <a:xfrm>
            <a:off x="8607287" y="4680817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1" name="Google Shape;51;g3ea087b8d5c_2_10650"/>
          <p:cNvGrpSpPr/>
          <p:nvPr/>
        </p:nvGrpSpPr>
        <p:grpSpPr>
          <a:xfrm rot="10800000">
            <a:off x="6947777" y="4447903"/>
            <a:ext cx="2152257" cy="664889"/>
            <a:chOff x="44974" y="27296"/>
            <a:chExt cx="2869676" cy="886519"/>
          </a:xfrm>
        </p:grpSpPr>
        <p:cxnSp>
          <p:nvCxnSpPr>
            <p:cNvPr id="52" name="Google Shape;52;g3ea087b8d5c_2_10650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3" name="Google Shape;53;g3ea087b8d5c_2_10650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4" name="Google Shape;54;g3ea087b8d5c_2_10650"/>
            <p:cNvCxnSpPr/>
            <p:nvPr/>
          </p:nvCxnSpPr>
          <p:spPr>
            <a:xfrm rot="10800000">
              <a:off x="52214" y="654015"/>
              <a:ext cx="0" cy="25980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55" name="Google Shape;55;g3ea087b8d5c_2_10650"/>
          <p:cNvSpPr txBox="1">
            <a:spLocks noGrp="1"/>
          </p:cNvSpPr>
          <p:nvPr>
            <p:ph type="ftr" idx="11"/>
          </p:nvPr>
        </p:nvSpPr>
        <p:spPr>
          <a:xfrm>
            <a:off x="2599082" y="4849586"/>
            <a:ext cx="3945900" cy="1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grpSp>
        <p:nvGrpSpPr>
          <p:cNvPr id="56" name="Google Shape;56;g3ea087b8d5c_2_10650"/>
          <p:cNvGrpSpPr/>
          <p:nvPr/>
        </p:nvGrpSpPr>
        <p:grpSpPr>
          <a:xfrm>
            <a:off x="-944916" y="841043"/>
            <a:ext cx="3631000" cy="3790500"/>
            <a:chOff x="-1259888" y="901609"/>
            <a:chExt cx="4841333" cy="5054000"/>
          </a:xfrm>
        </p:grpSpPr>
        <p:grpSp>
          <p:nvGrpSpPr>
            <p:cNvPr id="57" name="Google Shape;57;g3ea087b8d5c_2_10650"/>
            <p:cNvGrpSpPr/>
            <p:nvPr/>
          </p:nvGrpSpPr>
          <p:grpSpPr>
            <a:xfrm>
              <a:off x="-1225468" y="901609"/>
              <a:ext cx="4806913" cy="664514"/>
              <a:chOff x="0" y="901609"/>
              <a:chExt cx="4806913" cy="664514"/>
            </a:xfrm>
          </p:grpSpPr>
          <p:cxnSp>
            <p:nvCxnSpPr>
              <p:cNvPr id="58" name="Google Shape;58;g3ea087b8d5c_2_10650"/>
              <p:cNvCxnSpPr/>
              <p:nvPr/>
            </p:nvCxnSpPr>
            <p:spPr>
              <a:xfrm>
                <a:off x="0" y="1566123"/>
                <a:ext cx="2533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9" name="Google Shape;59;g3ea087b8d5c_2_10650"/>
              <p:cNvCxnSpPr/>
              <p:nvPr/>
            </p:nvCxnSpPr>
            <p:spPr>
              <a:xfrm rot="10800000" flipH="1">
                <a:off x="2520285" y="1060023"/>
                <a:ext cx="591300" cy="5061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0" name="Google Shape;60;g3ea087b8d5c_2_10650"/>
              <p:cNvCxnSpPr/>
              <p:nvPr/>
            </p:nvCxnSpPr>
            <p:spPr>
              <a:xfrm>
                <a:off x="3111690" y="1059987"/>
                <a:ext cx="13785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61" name="Google Shape;61;g3ea087b8d5c_2_10650"/>
              <p:cNvSpPr/>
              <p:nvPr/>
            </p:nvSpPr>
            <p:spPr>
              <a:xfrm>
                <a:off x="4490113" y="901609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2" name="Google Shape;62;g3ea087b8d5c_2_10650"/>
            <p:cNvGrpSpPr/>
            <p:nvPr/>
          </p:nvGrpSpPr>
          <p:grpSpPr>
            <a:xfrm rot="10800000" flipH="1">
              <a:off x="-1225468" y="5291095"/>
              <a:ext cx="4806913" cy="664514"/>
              <a:chOff x="0" y="1232525"/>
              <a:chExt cx="4806913" cy="664514"/>
            </a:xfrm>
          </p:grpSpPr>
          <p:cxnSp>
            <p:nvCxnSpPr>
              <p:cNvPr id="63" name="Google Shape;63;g3ea087b8d5c_2_10650"/>
              <p:cNvCxnSpPr/>
              <p:nvPr/>
            </p:nvCxnSpPr>
            <p:spPr>
              <a:xfrm>
                <a:off x="0" y="1897039"/>
                <a:ext cx="2533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4" name="Google Shape;64;g3ea087b8d5c_2_10650"/>
              <p:cNvCxnSpPr/>
              <p:nvPr/>
            </p:nvCxnSpPr>
            <p:spPr>
              <a:xfrm rot="10800000" flipH="1">
                <a:off x="2520285" y="1390939"/>
                <a:ext cx="591300" cy="5061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5" name="Google Shape;65;g3ea087b8d5c_2_10650"/>
              <p:cNvCxnSpPr/>
              <p:nvPr/>
            </p:nvCxnSpPr>
            <p:spPr>
              <a:xfrm>
                <a:off x="3111690" y="1390903"/>
                <a:ext cx="13785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66" name="Google Shape;66;g3ea087b8d5c_2_10650"/>
              <p:cNvSpPr/>
              <p:nvPr/>
            </p:nvSpPr>
            <p:spPr>
              <a:xfrm>
                <a:off x="4490113" y="1232525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7" name="Google Shape;67;g3ea087b8d5c_2_10650"/>
            <p:cNvGrpSpPr/>
            <p:nvPr/>
          </p:nvGrpSpPr>
          <p:grpSpPr>
            <a:xfrm>
              <a:off x="-1225469" y="1860637"/>
              <a:ext cx="3835366" cy="547270"/>
              <a:chOff x="-1" y="1860637"/>
              <a:chExt cx="3835366" cy="547270"/>
            </a:xfrm>
          </p:grpSpPr>
          <p:sp>
            <p:nvSpPr>
              <p:cNvPr id="68" name="Google Shape;68;g3ea087b8d5c_2_10650"/>
              <p:cNvSpPr/>
              <p:nvPr/>
            </p:nvSpPr>
            <p:spPr>
              <a:xfrm>
                <a:off x="3518565" y="1860637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69" name="Google Shape;69;g3ea087b8d5c_2_10650"/>
              <p:cNvCxnSpPr/>
              <p:nvPr/>
            </p:nvCxnSpPr>
            <p:spPr>
              <a:xfrm>
                <a:off x="-1" y="2407907"/>
                <a:ext cx="19857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0" name="Google Shape;70;g3ea087b8d5c_2_10650"/>
              <p:cNvCxnSpPr/>
              <p:nvPr/>
            </p:nvCxnSpPr>
            <p:spPr>
              <a:xfrm rot="10800000" flipH="1">
                <a:off x="1974958" y="2019107"/>
                <a:ext cx="463500" cy="388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1" name="Google Shape;71;g3ea087b8d5c_2_10650"/>
              <p:cNvCxnSpPr/>
              <p:nvPr/>
            </p:nvCxnSpPr>
            <p:spPr>
              <a:xfrm>
                <a:off x="2438398" y="2019015"/>
                <a:ext cx="10803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72" name="Google Shape;72;g3ea087b8d5c_2_10650"/>
            <p:cNvGrpSpPr/>
            <p:nvPr/>
          </p:nvGrpSpPr>
          <p:grpSpPr>
            <a:xfrm rot="10800000" flipH="1">
              <a:off x="-1259888" y="4408929"/>
              <a:ext cx="3835366" cy="547270"/>
              <a:chOff x="-1" y="1860637"/>
              <a:chExt cx="3835366" cy="547270"/>
            </a:xfrm>
          </p:grpSpPr>
          <p:sp>
            <p:nvSpPr>
              <p:cNvPr id="73" name="Google Shape;73;g3ea087b8d5c_2_10650"/>
              <p:cNvSpPr/>
              <p:nvPr/>
            </p:nvSpPr>
            <p:spPr>
              <a:xfrm>
                <a:off x="3518565" y="1860637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74" name="Google Shape;74;g3ea087b8d5c_2_10650"/>
              <p:cNvCxnSpPr/>
              <p:nvPr/>
            </p:nvCxnSpPr>
            <p:spPr>
              <a:xfrm>
                <a:off x="-1" y="2407907"/>
                <a:ext cx="19857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5" name="Google Shape;75;g3ea087b8d5c_2_10650"/>
              <p:cNvCxnSpPr/>
              <p:nvPr/>
            </p:nvCxnSpPr>
            <p:spPr>
              <a:xfrm rot="10800000" flipH="1">
                <a:off x="1974958" y="2019107"/>
                <a:ext cx="463500" cy="388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6" name="Google Shape;76;g3ea087b8d5c_2_10650"/>
              <p:cNvCxnSpPr/>
              <p:nvPr/>
            </p:nvCxnSpPr>
            <p:spPr>
              <a:xfrm>
                <a:off x="2438398" y="2019015"/>
                <a:ext cx="10803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77" name="Google Shape;77;g3ea087b8d5c_2_10650"/>
            <p:cNvGrpSpPr/>
            <p:nvPr/>
          </p:nvGrpSpPr>
          <p:grpSpPr>
            <a:xfrm>
              <a:off x="-1252333" y="2715185"/>
              <a:ext cx="2776566" cy="436736"/>
              <a:chOff x="-26865" y="2715185"/>
              <a:chExt cx="2776566" cy="436736"/>
            </a:xfrm>
          </p:grpSpPr>
          <p:cxnSp>
            <p:nvCxnSpPr>
              <p:cNvPr id="78" name="Google Shape;78;g3ea087b8d5c_2_10650"/>
              <p:cNvCxnSpPr/>
              <p:nvPr/>
            </p:nvCxnSpPr>
            <p:spPr>
              <a:xfrm>
                <a:off x="-26865" y="3151921"/>
                <a:ext cx="1402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9" name="Google Shape;79;g3ea087b8d5c_2_10650"/>
              <p:cNvCxnSpPr/>
              <p:nvPr/>
            </p:nvCxnSpPr>
            <p:spPr>
              <a:xfrm rot="10800000" flipH="1">
                <a:off x="1368303" y="2877121"/>
                <a:ext cx="327300" cy="274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0" name="Google Shape;80;g3ea087b8d5c_2_10650"/>
              <p:cNvCxnSpPr/>
              <p:nvPr/>
            </p:nvCxnSpPr>
            <p:spPr>
              <a:xfrm>
                <a:off x="1695690" y="2877197"/>
                <a:ext cx="7632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81" name="Google Shape;81;g3ea087b8d5c_2_10650"/>
              <p:cNvSpPr/>
              <p:nvPr/>
            </p:nvSpPr>
            <p:spPr>
              <a:xfrm>
                <a:off x="2432901" y="2715185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2" name="Google Shape;82;g3ea087b8d5c_2_10650"/>
            <p:cNvGrpSpPr/>
            <p:nvPr/>
          </p:nvGrpSpPr>
          <p:grpSpPr>
            <a:xfrm>
              <a:off x="-1225468" y="3843225"/>
              <a:ext cx="2802416" cy="433146"/>
              <a:chOff x="-34420" y="3843718"/>
              <a:chExt cx="2802416" cy="433146"/>
            </a:xfrm>
          </p:grpSpPr>
          <p:cxnSp>
            <p:nvCxnSpPr>
              <p:cNvPr id="83" name="Google Shape;83;g3ea087b8d5c_2_10650"/>
              <p:cNvCxnSpPr/>
              <p:nvPr/>
            </p:nvCxnSpPr>
            <p:spPr>
              <a:xfrm>
                <a:off x="-34420" y="3843718"/>
                <a:ext cx="1402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4" name="Google Shape;84;g3ea087b8d5c_2_10650"/>
              <p:cNvCxnSpPr/>
              <p:nvPr/>
            </p:nvCxnSpPr>
            <p:spPr>
              <a:xfrm>
                <a:off x="1360748" y="3843718"/>
                <a:ext cx="327300" cy="274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5" name="Google Shape;85;g3ea087b8d5c_2_10650"/>
              <p:cNvCxnSpPr/>
              <p:nvPr/>
            </p:nvCxnSpPr>
            <p:spPr>
              <a:xfrm>
                <a:off x="1688135" y="4118442"/>
                <a:ext cx="7632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86" name="Google Shape;86;g3ea087b8d5c_2_10650"/>
              <p:cNvSpPr/>
              <p:nvPr/>
            </p:nvSpPr>
            <p:spPr>
              <a:xfrm>
                <a:off x="2451196" y="3960064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7" name="Google Shape;87;g3ea087b8d5c_2_10650"/>
          <p:cNvGrpSpPr/>
          <p:nvPr/>
        </p:nvGrpSpPr>
        <p:grpSpPr>
          <a:xfrm flipH="1">
            <a:off x="6455699" y="841043"/>
            <a:ext cx="3631000" cy="3790500"/>
            <a:chOff x="-1259888" y="901609"/>
            <a:chExt cx="4841333" cy="5054000"/>
          </a:xfrm>
        </p:grpSpPr>
        <p:grpSp>
          <p:nvGrpSpPr>
            <p:cNvPr id="88" name="Google Shape;88;g3ea087b8d5c_2_10650"/>
            <p:cNvGrpSpPr/>
            <p:nvPr/>
          </p:nvGrpSpPr>
          <p:grpSpPr>
            <a:xfrm>
              <a:off x="-1225468" y="901609"/>
              <a:ext cx="4806913" cy="664514"/>
              <a:chOff x="0" y="901609"/>
              <a:chExt cx="4806913" cy="664514"/>
            </a:xfrm>
          </p:grpSpPr>
          <p:cxnSp>
            <p:nvCxnSpPr>
              <p:cNvPr id="89" name="Google Shape;89;g3ea087b8d5c_2_10650"/>
              <p:cNvCxnSpPr/>
              <p:nvPr/>
            </p:nvCxnSpPr>
            <p:spPr>
              <a:xfrm>
                <a:off x="0" y="1566123"/>
                <a:ext cx="2533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0" name="Google Shape;90;g3ea087b8d5c_2_10650"/>
              <p:cNvCxnSpPr/>
              <p:nvPr/>
            </p:nvCxnSpPr>
            <p:spPr>
              <a:xfrm rot="10800000" flipH="1">
                <a:off x="2520285" y="1060023"/>
                <a:ext cx="591300" cy="5061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1" name="Google Shape;91;g3ea087b8d5c_2_10650"/>
              <p:cNvCxnSpPr/>
              <p:nvPr/>
            </p:nvCxnSpPr>
            <p:spPr>
              <a:xfrm>
                <a:off x="3111690" y="1059987"/>
                <a:ext cx="13785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92" name="Google Shape;92;g3ea087b8d5c_2_10650"/>
              <p:cNvSpPr/>
              <p:nvPr/>
            </p:nvSpPr>
            <p:spPr>
              <a:xfrm>
                <a:off x="4490113" y="901609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3" name="Google Shape;93;g3ea087b8d5c_2_10650"/>
            <p:cNvGrpSpPr/>
            <p:nvPr/>
          </p:nvGrpSpPr>
          <p:grpSpPr>
            <a:xfrm rot="10800000" flipH="1">
              <a:off x="-1225468" y="5291095"/>
              <a:ext cx="4806913" cy="664514"/>
              <a:chOff x="0" y="1232525"/>
              <a:chExt cx="4806913" cy="664514"/>
            </a:xfrm>
          </p:grpSpPr>
          <p:cxnSp>
            <p:nvCxnSpPr>
              <p:cNvPr id="94" name="Google Shape;94;g3ea087b8d5c_2_10650"/>
              <p:cNvCxnSpPr/>
              <p:nvPr/>
            </p:nvCxnSpPr>
            <p:spPr>
              <a:xfrm>
                <a:off x="0" y="1897039"/>
                <a:ext cx="2533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5" name="Google Shape;95;g3ea087b8d5c_2_10650"/>
              <p:cNvCxnSpPr/>
              <p:nvPr/>
            </p:nvCxnSpPr>
            <p:spPr>
              <a:xfrm rot="10800000" flipH="1">
                <a:off x="2520285" y="1390939"/>
                <a:ext cx="591300" cy="5061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6" name="Google Shape;96;g3ea087b8d5c_2_10650"/>
              <p:cNvCxnSpPr/>
              <p:nvPr/>
            </p:nvCxnSpPr>
            <p:spPr>
              <a:xfrm>
                <a:off x="3111690" y="1390903"/>
                <a:ext cx="13785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97" name="Google Shape;97;g3ea087b8d5c_2_10650"/>
              <p:cNvSpPr/>
              <p:nvPr/>
            </p:nvSpPr>
            <p:spPr>
              <a:xfrm>
                <a:off x="4490113" y="1232525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8" name="Google Shape;98;g3ea087b8d5c_2_10650"/>
            <p:cNvGrpSpPr/>
            <p:nvPr/>
          </p:nvGrpSpPr>
          <p:grpSpPr>
            <a:xfrm>
              <a:off x="-1225469" y="1860637"/>
              <a:ext cx="3835366" cy="547270"/>
              <a:chOff x="-1" y="1860637"/>
              <a:chExt cx="3835366" cy="547270"/>
            </a:xfrm>
          </p:grpSpPr>
          <p:sp>
            <p:nvSpPr>
              <p:cNvPr id="99" name="Google Shape;99;g3ea087b8d5c_2_10650"/>
              <p:cNvSpPr/>
              <p:nvPr/>
            </p:nvSpPr>
            <p:spPr>
              <a:xfrm>
                <a:off x="3518565" y="1860637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00" name="Google Shape;100;g3ea087b8d5c_2_10650"/>
              <p:cNvCxnSpPr/>
              <p:nvPr/>
            </p:nvCxnSpPr>
            <p:spPr>
              <a:xfrm>
                <a:off x="-1" y="2407907"/>
                <a:ext cx="19857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1" name="Google Shape;101;g3ea087b8d5c_2_10650"/>
              <p:cNvCxnSpPr/>
              <p:nvPr/>
            </p:nvCxnSpPr>
            <p:spPr>
              <a:xfrm rot="10800000" flipH="1">
                <a:off x="1974958" y="2019107"/>
                <a:ext cx="463500" cy="388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2" name="Google Shape;102;g3ea087b8d5c_2_10650"/>
              <p:cNvCxnSpPr/>
              <p:nvPr/>
            </p:nvCxnSpPr>
            <p:spPr>
              <a:xfrm>
                <a:off x="2438398" y="2019015"/>
                <a:ext cx="10803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103" name="Google Shape;103;g3ea087b8d5c_2_10650"/>
            <p:cNvGrpSpPr/>
            <p:nvPr/>
          </p:nvGrpSpPr>
          <p:grpSpPr>
            <a:xfrm rot="10800000" flipH="1">
              <a:off x="-1259888" y="4408929"/>
              <a:ext cx="3835366" cy="547270"/>
              <a:chOff x="-1" y="1860637"/>
              <a:chExt cx="3835366" cy="547270"/>
            </a:xfrm>
          </p:grpSpPr>
          <p:sp>
            <p:nvSpPr>
              <p:cNvPr id="104" name="Google Shape;104;g3ea087b8d5c_2_10650"/>
              <p:cNvSpPr/>
              <p:nvPr/>
            </p:nvSpPr>
            <p:spPr>
              <a:xfrm>
                <a:off x="3518565" y="1860637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05" name="Google Shape;105;g3ea087b8d5c_2_10650"/>
              <p:cNvCxnSpPr/>
              <p:nvPr/>
            </p:nvCxnSpPr>
            <p:spPr>
              <a:xfrm>
                <a:off x="-1" y="2407907"/>
                <a:ext cx="19857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6" name="Google Shape;106;g3ea087b8d5c_2_10650"/>
              <p:cNvCxnSpPr/>
              <p:nvPr/>
            </p:nvCxnSpPr>
            <p:spPr>
              <a:xfrm rot="10800000" flipH="1">
                <a:off x="1974958" y="2019107"/>
                <a:ext cx="463500" cy="388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7" name="Google Shape;107;g3ea087b8d5c_2_10650"/>
              <p:cNvCxnSpPr/>
              <p:nvPr/>
            </p:nvCxnSpPr>
            <p:spPr>
              <a:xfrm>
                <a:off x="2438398" y="2019015"/>
                <a:ext cx="10803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108" name="Google Shape;108;g3ea087b8d5c_2_10650"/>
            <p:cNvGrpSpPr/>
            <p:nvPr/>
          </p:nvGrpSpPr>
          <p:grpSpPr>
            <a:xfrm>
              <a:off x="-1252333" y="2715185"/>
              <a:ext cx="2776566" cy="436736"/>
              <a:chOff x="-26865" y="2715185"/>
              <a:chExt cx="2776566" cy="436736"/>
            </a:xfrm>
          </p:grpSpPr>
          <p:cxnSp>
            <p:nvCxnSpPr>
              <p:cNvPr id="109" name="Google Shape;109;g3ea087b8d5c_2_10650"/>
              <p:cNvCxnSpPr/>
              <p:nvPr/>
            </p:nvCxnSpPr>
            <p:spPr>
              <a:xfrm>
                <a:off x="-26865" y="3151921"/>
                <a:ext cx="1402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0" name="Google Shape;110;g3ea087b8d5c_2_10650"/>
              <p:cNvCxnSpPr/>
              <p:nvPr/>
            </p:nvCxnSpPr>
            <p:spPr>
              <a:xfrm rot="10800000" flipH="1">
                <a:off x="1368303" y="2877121"/>
                <a:ext cx="327300" cy="274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1" name="Google Shape;111;g3ea087b8d5c_2_10650"/>
              <p:cNvCxnSpPr/>
              <p:nvPr/>
            </p:nvCxnSpPr>
            <p:spPr>
              <a:xfrm>
                <a:off x="1695690" y="2877197"/>
                <a:ext cx="7632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12" name="Google Shape;112;g3ea087b8d5c_2_10650"/>
              <p:cNvSpPr/>
              <p:nvPr/>
            </p:nvSpPr>
            <p:spPr>
              <a:xfrm>
                <a:off x="2432901" y="2715185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3" name="Google Shape;113;g3ea087b8d5c_2_10650"/>
            <p:cNvGrpSpPr/>
            <p:nvPr/>
          </p:nvGrpSpPr>
          <p:grpSpPr>
            <a:xfrm>
              <a:off x="-1225468" y="3843225"/>
              <a:ext cx="2802416" cy="433146"/>
              <a:chOff x="-34420" y="3843718"/>
              <a:chExt cx="2802416" cy="433146"/>
            </a:xfrm>
          </p:grpSpPr>
          <p:cxnSp>
            <p:nvCxnSpPr>
              <p:cNvPr id="114" name="Google Shape;114;g3ea087b8d5c_2_10650"/>
              <p:cNvCxnSpPr/>
              <p:nvPr/>
            </p:nvCxnSpPr>
            <p:spPr>
              <a:xfrm>
                <a:off x="-34420" y="3843718"/>
                <a:ext cx="1402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5" name="Google Shape;115;g3ea087b8d5c_2_10650"/>
              <p:cNvCxnSpPr/>
              <p:nvPr/>
            </p:nvCxnSpPr>
            <p:spPr>
              <a:xfrm>
                <a:off x="1360748" y="3843718"/>
                <a:ext cx="327300" cy="274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6" name="Google Shape;116;g3ea087b8d5c_2_10650"/>
              <p:cNvCxnSpPr/>
              <p:nvPr/>
            </p:nvCxnSpPr>
            <p:spPr>
              <a:xfrm>
                <a:off x="1688135" y="4118442"/>
                <a:ext cx="7632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17" name="Google Shape;117;g3ea087b8d5c_2_10650"/>
              <p:cNvSpPr/>
              <p:nvPr/>
            </p:nvSpPr>
            <p:spPr>
              <a:xfrm>
                <a:off x="2451196" y="3960064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18" name="Google Shape;118;g3ea087b8d5c_2_10650"/>
          <p:cNvSpPr/>
          <p:nvPr/>
        </p:nvSpPr>
        <p:spPr>
          <a:xfrm>
            <a:off x="8943443" y="4937355"/>
            <a:ext cx="175500" cy="175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g3ea087b8d5c_2_10650"/>
          <p:cNvSpPr txBox="1">
            <a:spLocks noGrp="1"/>
          </p:cNvSpPr>
          <p:nvPr>
            <p:ph type="sldNum" idx="12"/>
          </p:nvPr>
        </p:nvSpPr>
        <p:spPr>
          <a:xfrm>
            <a:off x="8925300" y="4924800"/>
            <a:ext cx="218700" cy="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0" name="Google Shape;120;g3ea087b8d5c_2_10650"/>
          <p:cNvSpPr txBox="1"/>
          <p:nvPr/>
        </p:nvSpPr>
        <p:spPr>
          <a:xfrm>
            <a:off x="3526973" y="480061"/>
            <a:ext cx="2271600" cy="484800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68575" tIns="34275" rIns="68575" bIns="3427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MỤC TIÊU</a:t>
            </a:r>
            <a:endParaRPr sz="2700" b="1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g3ea087b8d5c_2_10650"/>
          <p:cNvSpPr txBox="1">
            <a:spLocks noGrp="1"/>
          </p:cNvSpPr>
          <p:nvPr>
            <p:ph type="body" idx="1"/>
          </p:nvPr>
        </p:nvSpPr>
        <p:spPr>
          <a:xfrm>
            <a:off x="2051358" y="964760"/>
            <a:ext cx="5041500" cy="35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33655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AutoNum type="arabicPeriod"/>
              <a:defRPr sz="170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g3ea087b8d5c_2_10650"/>
          <p:cNvSpPr/>
          <p:nvPr/>
        </p:nvSpPr>
        <p:spPr>
          <a:xfrm rot="10800000">
            <a:off x="13" y="83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3" name="Google Shape;123;g3ea087b8d5c_2_10650"/>
          <p:cNvGrpSpPr/>
          <p:nvPr/>
        </p:nvGrpSpPr>
        <p:grpSpPr>
          <a:xfrm>
            <a:off x="43967" y="30708"/>
            <a:ext cx="2152257" cy="664889"/>
            <a:chOff x="44974" y="27296"/>
            <a:chExt cx="2869676" cy="886519"/>
          </a:xfrm>
        </p:grpSpPr>
        <p:cxnSp>
          <p:nvCxnSpPr>
            <p:cNvPr id="124" name="Google Shape;124;g3ea087b8d5c_2_10650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25" name="Google Shape;125;g3ea087b8d5c_2_10650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26" name="Google Shape;126;g3ea087b8d5c_2_10650"/>
            <p:cNvCxnSpPr/>
            <p:nvPr/>
          </p:nvCxnSpPr>
          <p:spPr>
            <a:xfrm rot="10800000">
              <a:off x="52214" y="654015"/>
              <a:ext cx="0" cy="2598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pic>
        <p:nvPicPr>
          <p:cNvPr id="127" name="Google Shape;127;g3ea087b8d5c_2_10650" descr="A picture containing clipart, vector graphic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9479" y="271978"/>
            <a:ext cx="408216" cy="33766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3ea087b8d5c_2_10650"/>
          <p:cNvSpPr txBox="1">
            <a:spLocks noGrp="1"/>
          </p:cNvSpPr>
          <p:nvPr>
            <p:ph type="dt" idx="10"/>
          </p:nvPr>
        </p:nvSpPr>
        <p:spPr>
          <a:xfrm>
            <a:off x="597017" y="4840976"/>
            <a:ext cx="15993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 sanh 1">
  <p:cSld name="So sanh 1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ea087b8d5c_2_11024"/>
          <p:cNvSpPr/>
          <p:nvPr/>
        </p:nvSpPr>
        <p:spPr>
          <a:xfrm rot="10800000">
            <a:off x="-1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g3ea087b8d5c_2_11024"/>
          <p:cNvSpPr/>
          <p:nvPr/>
        </p:nvSpPr>
        <p:spPr>
          <a:xfrm rot="10800000">
            <a:off x="13" y="83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2" name="Google Shape;132;g3ea087b8d5c_2_11024"/>
          <p:cNvGrpSpPr/>
          <p:nvPr/>
        </p:nvGrpSpPr>
        <p:grpSpPr>
          <a:xfrm>
            <a:off x="43967" y="40719"/>
            <a:ext cx="2152257" cy="1172534"/>
            <a:chOff x="44974" y="27296"/>
            <a:chExt cx="2869676" cy="1563379"/>
          </a:xfrm>
        </p:grpSpPr>
        <p:cxnSp>
          <p:nvCxnSpPr>
            <p:cNvPr id="133" name="Google Shape;133;g3ea087b8d5c_2_11024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34" name="Google Shape;134;g3ea087b8d5c_2_11024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35" name="Google Shape;135;g3ea087b8d5c_2_11024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136" name="Google Shape;136;g3ea087b8d5c_2_11024"/>
          <p:cNvSpPr/>
          <p:nvPr/>
        </p:nvSpPr>
        <p:spPr>
          <a:xfrm>
            <a:off x="8607287" y="4680817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g3ea087b8d5c_2_11024"/>
          <p:cNvSpPr txBox="1">
            <a:spLocks noGrp="1"/>
          </p:cNvSpPr>
          <p:nvPr>
            <p:ph type="body" idx="1"/>
          </p:nvPr>
        </p:nvSpPr>
        <p:spPr>
          <a:xfrm>
            <a:off x="580608" y="925369"/>
            <a:ext cx="3901500" cy="3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38" name="Google Shape;138;g3ea087b8d5c_2_11024"/>
          <p:cNvSpPr txBox="1">
            <a:spLocks noGrp="1"/>
          </p:cNvSpPr>
          <p:nvPr>
            <p:ph type="ftr" idx="11"/>
          </p:nvPr>
        </p:nvSpPr>
        <p:spPr>
          <a:xfrm>
            <a:off x="580610" y="4856715"/>
            <a:ext cx="32340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grpSp>
        <p:nvGrpSpPr>
          <p:cNvPr id="139" name="Google Shape;139;g3ea087b8d5c_2_11024"/>
          <p:cNvGrpSpPr/>
          <p:nvPr/>
        </p:nvGrpSpPr>
        <p:grpSpPr>
          <a:xfrm>
            <a:off x="12020" y="3471966"/>
            <a:ext cx="325800" cy="1671646"/>
            <a:chOff x="16026" y="4629289"/>
            <a:chExt cx="434400" cy="2228861"/>
          </a:xfrm>
        </p:grpSpPr>
        <p:sp>
          <p:nvSpPr>
            <p:cNvPr id="140" name="Google Shape;140;g3ea087b8d5c_2_11024"/>
            <p:cNvSpPr/>
            <p:nvPr/>
          </p:nvSpPr>
          <p:spPr>
            <a:xfrm>
              <a:off x="16026" y="4629289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g3ea087b8d5c_2_11024"/>
            <p:cNvSpPr/>
            <p:nvPr/>
          </p:nvSpPr>
          <p:spPr>
            <a:xfrm>
              <a:off x="16026" y="5005641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g3ea087b8d5c_2_11024"/>
            <p:cNvSpPr/>
            <p:nvPr/>
          </p:nvSpPr>
          <p:spPr>
            <a:xfrm>
              <a:off x="16026" y="5381993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g3ea087b8d5c_2_11024"/>
            <p:cNvSpPr/>
            <p:nvPr/>
          </p:nvSpPr>
          <p:spPr>
            <a:xfrm>
              <a:off x="16026" y="5758345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g3ea087b8d5c_2_11024"/>
            <p:cNvSpPr/>
            <p:nvPr/>
          </p:nvSpPr>
          <p:spPr>
            <a:xfrm>
              <a:off x="16026" y="6134697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g3ea087b8d5c_2_11024"/>
            <p:cNvSpPr/>
            <p:nvPr/>
          </p:nvSpPr>
          <p:spPr>
            <a:xfrm>
              <a:off x="16026" y="6511050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6" name="Google Shape;146;g3ea087b8d5c_2_11024"/>
          <p:cNvSpPr txBox="1">
            <a:spLocks noGrp="1"/>
          </p:cNvSpPr>
          <p:nvPr>
            <p:ph type="dt" idx="10"/>
          </p:nvPr>
        </p:nvSpPr>
        <p:spPr>
          <a:xfrm>
            <a:off x="4835585" y="4856715"/>
            <a:ext cx="15675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g3ea087b8d5c_2_11024"/>
          <p:cNvSpPr/>
          <p:nvPr/>
        </p:nvSpPr>
        <p:spPr>
          <a:xfrm>
            <a:off x="8692153" y="79409"/>
            <a:ext cx="366980" cy="303866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3ea087b8d5c_2_11024"/>
          <p:cNvSpPr/>
          <p:nvPr/>
        </p:nvSpPr>
        <p:spPr>
          <a:xfrm>
            <a:off x="69722" y="4907206"/>
            <a:ext cx="210300" cy="2103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ea087b8d5c_2_11024"/>
          <p:cNvSpPr txBox="1">
            <a:spLocks noGrp="1"/>
          </p:cNvSpPr>
          <p:nvPr>
            <p:ph type="sldNum" idx="12"/>
          </p:nvPr>
        </p:nvSpPr>
        <p:spPr>
          <a:xfrm>
            <a:off x="43785" y="4881269"/>
            <a:ext cx="2622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50" name="Google Shape;150;g3ea087b8d5c_2_11024"/>
          <p:cNvGrpSpPr/>
          <p:nvPr/>
        </p:nvGrpSpPr>
        <p:grpSpPr>
          <a:xfrm rot="10800000">
            <a:off x="6949022" y="3934533"/>
            <a:ext cx="2152257" cy="1172534"/>
            <a:chOff x="44974" y="27296"/>
            <a:chExt cx="2869676" cy="1563379"/>
          </a:xfrm>
        </p:grpSpPr>
        <p:cxnSp>
          <p:nvCxnSpPr>
            <p:cNvPr id="151" name="Google Shape;151;g3ea087b8d5c_2_11024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52" name="Google Shape;152;g3ea087b8d5c_2_11024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53" name="Google Shape;153;g3ea087b8d5c_2_11024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154" name="Google Shape;154;g3ea087b8d5c_2_11024"/>
          <p:cNvSpPr txBox="1">
            <a:spLocks noGrp="1"/>
          </p:cNvSpPr>
          <p:nvPr>
            <p:ph type="body" idx="2"/>
          </p:nvPr>
        </p:nvSpPr>
        <p:spPr>
          <a:xfrm>
            <a:off x="4613850" y="921367"/>
            <a:ext cx="3901500" cy="3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5" name="Google Shape;155;g3ea087b8d5c_2_11024"/>
          <p:cNvSpPr txBox="1">
            <a:spLocks noGrp="1"/>
          </p:cNvSpPr>
          <p:nvPr>
            <p:ph type="title"/>
          </p:nvPr>
        </p:nvSpPr>
        <p:spPr>
          <a:xfrm>
            <a:off x="580609" y="167973"/>
            <a:ext cx="7935000" cy="5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72FF"/>
              </a:buClr>
              <a:buSzPts val="3300"/>
              <a:buFont typeface="Times New Roman"/>
              <a:buNone/>
              <a:defRPr sz="33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Mục lục">
  <p:cSld name="2_Mục lục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a087b8d5c_2_10730"/>
          <p:cNvSpPr/>
          <p:nvPr/>
        </p:nvSpPr>
        <p:spPr>
          <a:xfrm>
            <a:off x="8607287" y="4680817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8" name="Google Shape;158;g3ea087b8d5c_2_10730"/>
          <p:cNvGrpSpPr/>
          <p:nvPr/>
        </p:nvGrpSpPr>
        <p:grpSpPr>
          <a:xfrm rot="10800000">
            <a:off x="6947777" y="4447903"/>
            <a:ext cx="2152257" cy="664889"/>
            <a:chOff x="44974" y="27296"/>
            <a:chExt cx="2869676" cy="886519"/>
          </a:xfrm>
        </p:grpSpPr>
        <p:cxnSp>
          <p:nvCxnSpPr>
            <p:cNvPr id="159" name="Google Shape;159;g3ea087b8d5c_2_10730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0" name="Google Shape;160;g3ea087b8d5c_2_10730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1" name="Google Shape;161;g3ea087b8d5c_2_10730"/>
            <p:cNvCxnSpPr/>
            <p:nvPr/>
          </p:nvCxnSpPr>
          <p:spPr>
            <a:xfrm rot="10800000">
              <a:off x="52214" y="654015"/>
              <a:ext cx="0" cy="25980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62" name="Google Shape;162;g3ea087b8d5c_2_10730"/>
          <p:cNvSpPr txBox="1">
            <a:spLocks noGrp="1"/>
          </p:cNvSpPr>
          <p:nvPr>
            <p:ph type="ftr" idx="11"/>
          </p:nvPr>
        </p:nvSpPr>
        <p:spPr>
          <a:xfrm>
            <a:off x="2599082" y="4849586"/>
            <a:ext cx="3945900" cy="1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grpSp>
        <p:nvGrpSpPr>
          <p:cNvPr id="163" name="Google Shape;163;g3ea087b8d5c_2_10730"/>
          <p:cNvGrpSpPr/>
          <p:nvPr/>
        </p:nvGrpSpPr>
        <p:grpSpPr>
          <a:xfrm>
            <a:off x="-944916" y="841043"/>
            <a:ext cx="3631000" cy="3790500"/>
            <a:chOff x="-1259888" y="901609"/>
            <a:chExt cx="4841333" cy="5054000"/>
          </a:xfrm>
        </p:grpSpPr>
        <p:grpSp>
          <p:nvGrpSpPr>
            <p:cNvPr id="164" name="Google Shape;164;g3ea087b8d5c_2_10730"/>
            <p:cNvGrpSpPr/>
            <p:nvPr/>
          </p:nvGrpSpPr>
          <p:grpSpPr>
            <a:xfrm>
              <a:off x="-1225468" y="901609"/>
              <a:ext cx="4806913" cy="664514"/>
              <a:chOff x="0" y="901609"/>
              <a:chExt cx="4806913" cy="664514"/>
            </a:xfrm>
          </p:grpSpPr>
          <p:cxnSp>
            <p:nvCxnSpPr>
              <p:cNvPr id="165" name="Google Shape;165;g3ea087b8d5c_2_10730"/>
              <p:cNvCxnSpPr/>
              <p:nvPr/>
            </p:nvCxnSpPr>
            <p:spPr>
              <a:xfrm>
                <a:off x="0" y="1566123"/>
                <a:ext cx="2533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66" name="Google Shape;166;g3ea087b8d5c_2_10730"/>
              <p:cNvCxnSpPr/>
              <p:nvPr/>
            </p:nvCxnSpPr>
            <p:spPr>
              <a:xfrm rot="10800000" flipH="1">
                <a:off x="2520285" y="1060023"/>
                <a:ext cx="591300" cy="5061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67" name="Google Shape;167;g3ea087b8d5c_2_10730"/>
              <p:cNvCxnSpPr/>
              <p:nvPr/>
            </p:nvCxnSpPr>
            <p:spPr>
              <a:xfrm>
                <a:off x="3111690" y="1059987"/>
                <a:ext cx="13785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68" name="Google Shape;168;g3ea087b8d5c_2_10730"/>
              <p:cNvSpPr/>
              <p:nvPr/>
            </p:nvSpPr>
            <p:spPr>
              <a:xfrm>
                <a:off x="4490113" y="901609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9" name="Google Shape;169;g3ea087b8d5c_2_10730"/>
            <p:cNvGrpSpPr/>
            <p:nvPr/>
          </p:nvGrpSpPr>
          <p:grpSpPr>
            <a:xfrm rot="10800000" flipH="1">
              <a:off x="-1225468" y="5291095"/>
              <a:ext cx="4806913" cy="664514"/>
              <a:chOff x="0" y="1232525"/>
              <a:chExt cx="4806913" cy="664514"/>
            </a:xfrm>
          </p:grpSpPr>
          <p:cxnSp>
            <p:nvCxnSpPr>
              <p:cNvPr id="170" name="Google Shape;170;g3ea087b8d5c_2_10730"/>
              <p:cNvCxnSpPr/>
              <p:nvPr/>
            </p:nvCxnSpPr>
            <p:spPr>
              <a:xfrm>
                <a:off x="0" y="1897039"/>
                <a:ext cx="2533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71" name="Google Shape;171;g3ea087b8d5c_2_10730"/>
              <p:cNvCxnSpPr/>
              <p:nvPr/>
            </p:nvCxnSpPr>
            <p:spPr>
              <a:xfrm rot="10800000" flipH="1">
                <a:off x="2520285" y="1390939"/>
                <a:ext cx="591300" cy="5061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72" name="Google Shape;172;g3ea087b8d5c_2_10730"/>
              <p:cNvCxnSpPr/>
              <p:nvPr/>
            </p:nvCxnSpPr>
            <p:spPr>
              <a:xfrm>
                <a:off x="3111690" y="1390903"/>
                <a:ext cx="13785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73" name="Google Shape;173;g3ea087b8d5c_2_10730"/>
              <p:cNvSpPr/>
              <p:nvPr/>
            </p:nvSpPr>
            <p:spPr>
              <a:xfrm>
                <a:off x="4490113" y="1232525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4" name="Google Shape;174;g3ea087b8d5c_2_10730"/>
            <p:cNvGrpSpPr/>
            <p:nvPr/>
          </p:nvGrpSpPr>
          <p:grpSpPr>
            <a:xfrm>
              <a:off x="-1225469" y="1860637"/>
              <a:ext cx="3835366" cy="547270"/>
              <a:chOff x="-1" y="1860637"/>
              <a:chExt cx="3835366" cy="547270"/>
            </a:xfrm>
          </p:grpSpPr>
          <p:sp>
            <p:nvSpPr>
              <p:cNvPr id="175" name="Google Shape;175;g3ea087b8d5c_2_10730"/>
              <p:cNvSpPr/>
              <p:nvPr/>
            </p:nvSpPr>
            <p:spPr>
              <a:xfrm>
                <a:off x="3518565" y="1860637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76" name="Google Shape;176;g3ea087b8d5c_2_10730"/>
              <p:cNvCxnSpPr/>
              <p:nvPr/>
            </p:nvCxnSpPr>
            <p:spPr>
              <a:xfrm>
                <a:off x="-1" y="2407907"/>
                <a:ext cx="19857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77" name="Google Shape;177;g3ea087b8d5c_2_10730"/>
              <p:cNvCxnSpPr/>
              <p:nvPr/>
            </p:nvCxnSpPr>
            <p:spPr>
              <a:xfrm rot="10800000" flipH="1">
                <a:off x="1974958" y="2019107"/>
                <a:ext cx="463500" cy="388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78" name="Google Shape;178;g3ea087b8d5c_2_10730"/>
              <p:cNvCxnSpPr/>
              <p:nvPr/>
            </p:nvCxnSpPr>
            <p:spPr>
              <a:xfrm>
                <a:off x="2438398" y="2019015"/>
                <a:ext cx="10803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179" name="Google Shape;179;g3ea087b8d5c_2_10730"/>
            <p:cNvGrpSpPr/>
            <p:nvPr/>
          </p:nvGrpSpPr>
          <p:grpSpPr>
            <a:xfrm rot="10800000" flipH="1">
              <a:off x="-1259888" y="4408929"/>
              <a:ext cx="3835366" cy="547270"/>
              <a:chOff x="-1" y="1860637"/>
              <a:chExt cx="3835366" cy="547270"/>
            </a:xfrm>
          </p:grpSpPr>
          <p:sp>
            <p:nvSpPr>
              <p:cNvPr id="180" name="Google Shape;180;g3ea087b8d5c_2_10730"/>
              <p:cNvSpPr/>
              <p:nvPr/>
            </p:nvSpPr>
            <p:spPr>
              <a:xfrm>
                <a:off x="3518565" y="1860637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81" name="Google Shape;181;g3ea087b8d5c_2_10730"/>
              <p:cNvCxnSpPr/>
              <p:nvPr/>
            </p:nvCxnSpPr>
            <p:spPr>
              <a:xfrm>
                <a:off x="-1" y="2407907"/>
                <a:ext cx="19857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82" name="Google Shape;182;g3ea087b8d5c_2_10730"/>
              <p:cNvCxnSpPr/>
              <p:nvPr/>
            </p:nvCxnSpPr>
            <p:spPr>
              <a:xfrm rot="10800000" flipH="1">
                <a:off x="1974958" y="2019107"/>
                <a:ext cx="463500" cy="388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83" name="Google Shape;183;g3ea087b8d5c_2_10730"/>
              <p:cNvCxnSpPr/>
              <p:nvPr/>
            </p:nvCxnSpPr>
            <p:spPr>
              <a:xfrm>
                <a:off x="2438398" y="2019015"/>
                <a:ext cx="10803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184" name="Google Shape;184;g3ea087b8d5c_2_10730"/>
            <p:cNvGrpSpPr/>
            <p:nvPr/>
          </p:nvGrpSpPr>
          <p:grpSpPr>
            <a:xfrm>
              <a:off x="-1252333" y="2715185"/>
              <a:ext cx="2776566" cy="436736"/>
              <a:chOff x="-26865" y="2715185"/>
              <a:chExt cx="2776566" cy="436736"/>
            </a:xfrm>
          </p:grpSpPr>
          <p:cxnSp>
            <p:nvCxnSpPr>
              <p:cNvPr id="185" name="Google Shape;185;g3ea087b8d5c_2_10730"/>
              <p:cNvCxnSpPr/>
              <p:nvPr/>
            </p:nvCxnSpPr>
            <p:spPr>
              <a:xfrm>
                <a:off x="-26865" y="3151921"/>
                <a:ext cx="1402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86" name="Google Shape;186;g3ea087b8d5c_2_10730"/>
              <p:cNvCxnSpPr/>
              <p:nvPr/>
            </p:nvCxnSpPr>
            <p:spPr>
              <a:xfrm rot="10800000" flipH="1">
                <a:off x="1368303" y="2877121"/>
                <a:ext cx="327300" cy="274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87" name="Google Shape;187;g3ea087b8d5c_2_10730"/>
              <p:cNvCxnSpPr/>
              <p:nvPr/>
            </p:nvCxnSpPr>
            <p:spPr>
              <a:xfrm>
                <a:off x="1695690" y="2877197"/>
                <a:ext cx="7632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88" name="Google Shape;188;g3ea087b8d5c_2_10730"/>
              <p:cNvSpPr/>
              <p:nvPr/>
            </p:nvSpPr>
            <p:spPr>
              <a:xfrm>
                <a:off x="2432901" y="2715185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9" name="Google Shape;189;g3ea087b8d5c_2_10730"/>
            <p:cNvGrpSpPr/>
            <p:nvPr/>
          </p:nvGrpSpPr>
          <p:grpSpPr>
            <a:xfrm>
              <a:off x="-1225468" y="3843225"/>
              <a:ext cx="2802416" cy="433146"/>
              <a:chOff x="-34420" y="3843718"/>
              <a:chExt cx="2802416" cy="433146"/>
            </a:xfrm>
          </p:grpSpPr>
          <p:cxnSp>
            <p:nvCxnSpPr>
              <p:cNvPr id="190" name="Google Shape;190;g3ea087b8d5c_2_10730"/>
              <p:cNvCxnSpPr/>
              <p:nvPr/>
            </p:nvCxnSpPr>
            <p:spPr>
              <a:xfrm>
                <a:off x="-34420" y="3843718"/>
                <a:ext cx="1402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91" name="Google Shape;191;g3ea087b8d5c_2_10730"/>
              <p:cNvCxnSpPr/>
              <p:nvPr/>
            </p:nvCxnSpPr>
            <p:spPr>
              <a:xfrm>
                <a:off x="1360748" y="3843718"/>
                <a:ext cx="327300" cy="274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92" name="Google Shape;192;g3ea087b8d5c_2_10730"/>
              <p:cNvCxnSpPr/>
              <p:nvPr/>
            </p:nvCxnSpPr>
            <p:spPr>
              <a:xfrm>
                <a:off x="1688135" y="4118442"/>
                <a:ext cx="7632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93" name="Google Shape;193;g3ea087b8d5c_2_10730"/>
              <p:cNvSpPr/>
              <p:nvPr/>
            </p:nvSpPr>
            <p:spPr>
              <a:xfrm>
                <a:off x="2451196" y="3960064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94" name="Google Shape;194;g3ea087b8d5c_2_10730"/>
          <p:cNvGrpSpPr/>
          <p:nvPr/>
        </p:nvGrpSpPr>
        <p:grpSpPr>
          <a:xfrm flipH="1">
            <a:off x="6455699" y="841043"/>
            <a:ext cx="3631000" cy="3790500"/>
            <a:chOff x="-1259888" y="901609"/>
            <a:chExt cx="4841333" cy="5054000"/>
          </a:xfrm>
        </p:grpSpPr>
        <p:grpSp>
          <p:nvGrpSpPr>
            <p:cNvPr id="195" name="Google Shape;195;g3ea087b8d5c_2_10730"/>
            <p:cNvGrpSpPr/>
            <p:nvPr/>
          </p:nvGrpSpPr>
          <p:grpSpPr>
            <a:xfrm>
              <a:off x="-1225468" y="901609"/>
              <a:ext cx="4806913" cy="664514"/>
              <a:chOff x="0" y="901609"/>
              <a:chExt cx="4806913" cy="664514"/>
            </a:xfrm>
          </p:grpSpPr>
          <p:cxnSp>
            <p:nvCxnSpPr>
              <p:cNvPr id="196" name="Google Shape;196;g3ea087b8d5c_2_10730"/>
              <p:cNvCxnSpPr/>
              <p:nvPr/>
            </p:nvCxnSpPr>
            <p:spPr>
              <a:xfrm>
                <a:off x="0" y="1566123"/>
                <a:ext cx="2533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97" name="Google Shape;197;g3ea087b8d5c_2_10730"/>
              <p:cNvCxnSpPr/>
              <p:nvPr/>
            </p:nvCxnSpPr>
            <p:spPr>
              <a:xfrm rot="10800000" flipH="1">
                <a:off x="2520285" y="1060023"/>
                <a:ext cx="591300" cy="5061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98" name="Google Shape;198;g3ea087b8d5c_2_10730"/>
              <p:cNvCxnSpPr/>
              <p:nvPr/>
            </p:nvCxnSpPr>
            <p:spPr>
              <a:xfrm>
                <a:off x="3111690" y="1059987"/>
                <a:ext cx="13785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99" name="Google Shape;199;g3ea087b8d5c_2_10730"/>
              <p:cNvSpPr/>
              <p:nvPr/>
            </p:nvSpPr>
            <p:spPr>
              <a:xfrm>
                <a:off x="4490113" y="901609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0" name="Google Shape;200;g3ea087b8d5c_2_10730"/>
            <p:cNvGrpSpPr/>
            <p:nvPr/>
          </p:nvGrpSpPr>
          <p:grpSpPr>
            <a:xfrm rot="10800000" flipH="1">
              <a:off x="-1225468" y="5291095"/>
              <a:ext cx="4806913" cy="664514"/>
              <a:chOff x="0" y="1232525"/>
              <a:chExt cx="4806913" cy="664514"/>
            </a:xfrm>
          </p:grpSpPr>
          <p:cxnSp>
            <p:nvCxnSpPr>
              <p:cNvPr id="201" name="Google Shape;201;g3ea087b8d5c_2_10730"/>
              <p:cNvCxnSpPr/>
              <p:nvPr/>
            </p:nvCxnSpPr>
            <p:spPr>
              <a:xfrm>
                <a:off x="0" y="1897039"/>
                <a:ext cx="2533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02" name="Google Shape;202;g3ea087b8d5c_2_10730"/>
              <p:cNvCxnSpPr/>
              <p:nvPr/>
            </p:nvCxnSpPr>
            <p:spPr>
              <a:xfrm rot="10800000" flipH="1">
                <a:off x="2520285" y="1390939"/>
                <a:ext cx="591300" cy="5061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03" name="Google Shape;203;g3ea087b8d5c_2_10730"/>
              <p:cNvCxnSpPr/>
              <p:nvPr/>
            </p:nvCxnSpPr>
            <p:spPr>
              <a:xfrm>
                <a:off x="3111690" y="1390903"/>
                <a:ext cx="13785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04" name="Google Shape;204;g3ea087b8d5c_2_10730"/>
              <p:cNvSpPr/>
              <p:nvPr/>
            </p:nvSpPr>
            <p:spPr>
              <a:xfrm>
                <a:off x="4490113" y="1232525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5" name="Google Shape;205;g3ea087b8d5c_2_10730"/>
            <p:cNvGrpSpPr/>
            <p:nvPr/>
          </p:nvGrpSpPr>
          <p:grpSpPr>
            <a:xfrm>
              <a:off x="-1225469" y="1860637"/>
              <a:ext cx="3835366" cy="547270"/>
              <a:chOff x="-1" y="1860637"/>
              <a:chExt cx="3835366" cy="547270"/>
            </a:xfrm>
          </p:grpSpPr>
          <p:sp>
            <p:nvSpPr>
              <p:cNvPr id="206" name="Google Shape;206;g3ea087b8d5c_2_10730"/>
              <p:cNvSpPr/>
              <p:nvPr/>
            </p:nvSpPr>
            <p:spPr>
              <a:xfrm>
                <a:off x="3518565" y="1860637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07" name="Google Shape;207;g3ea087b8d5c_2_10730"/>
              <p:cNvCxnSpPr/>
              <p:nvPr/>
            </p:nvCxnSpPr>
            <p:spPr>
              <a:xfrm>
                <a:off x="-1" y="2407907"/>
                <a:ext cx="19857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08" name="Google Shape;208;g3ea087b8d5c_2_10730"/>
              <p:cNvCxnSpPr/>
              <p:nvPr/>
            </p:nvCxnSpPr>
            <p:spPr>
              <a:xfrm rot="10800000" flipH="1">
                <a:off x="1974958" y="2019107"/>
                <a:ext cx="463500" cy="388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09" name="Google Shape;209;g3ea087b8d5c_2_10730"/>
              <p:cNvCxnSpPr/>
              <p:nvPr/>
            </p:nvCxnSpPr>
            <p:spPr>
              <a:xfrm>
                <a:off x="2438398" y="2019015"/>
                <a:ext cx="10803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210" name="Google Shape;210;g3ea087b8d5c_2_10730"/>
            <p:cNvGrpSpPr/>
            <p:nvPr/>
          </p:nvGrpSpPr>
          <p:grpSpPr>
            <a:xfrm rot="10800000" flipH="1">
              <a:off x="-1259888" y="4408929"/>
              <a:ext cx="3835366" cy="547270"/>
              <a:chOff x="-1" y="1860637"/>
              <a:chExt cx="3835366" cy="547270"/>
            </a:xfrm>
          </p:grpSpPr>
          <p:sp>
            <p:nvSpPr>
              <p:cNvPr id="211" name="Google Shape;211;g3ea087b8d5c_2_10730"/>
              <p:cNvSpPr/>
              <p:nvPr/>
            </p:nvSpPr>
            <p:spPr>
              <a:xfrm>
                <a:off x="3518565" y="1860637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12" name="Google Shape;212;g3ea087b8d5c_2_10730"/>
              <p:cNvCxnSpPr/>
              <p:nvPr/>
            </p:nvCxnSpPr>
            <p:spPr>
              <a:xfrm>
                <a:off x="-1" y="2407907"/>
                <a:ext cx="19857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13" name="Google Shape;213;g3ea087b8d5c_2_10730"/>
              <p:cNvCxnSpPr/>
              <p:nvPr/>
            </p:nvCxnSpPr>
            <p:spPr>
              <a:xfrm rot="10800000" flipH="1">
                <a:off x="1974958" y="2019107"/>
                <a:ext cx="463500" cy="388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14" name="Google Shape;214;g3ea087b8d5c_2_10730"/>
              <p:cNvCxnSpPr/>
              <p:nvPr/>
            </p:nvCxnSpPr>
            <p:spPr>
              <a:xfrm>
                <a:off x="2438398" y="2019015"/>
                <a:ext cx="10803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215" name="Google Shape;215;g3ea087b8d5c_2_10730"/>
            <p:cNvGrpSpPr/>
            <p:nvPr/>
          </p:nvGrpSpPr>
          <p:grpSpPr>
            <a:xfrm>
              <a:off x="-1252333" y="2715185"/>
              <a:ext cx="2776566" cy="436736"/>
              <a:chOff x="-26865" y="2715185"/>
              <a:chExt cx="2776566" cy="436736"/>
            </a:xfrm>
          </p:grpSpPr>
          <p:cxnSp>
            <p:nvCxnSpPr>
              <p:cNvPr id="216" name="Google Shape;216;g3ea087b8d5c_2_10730"/>
              <p:cNvCxnSpPr/>
              <p:nvPr/>
            </p:nvCxnSpPr>
            <p:spPr>
              <a:xfrm>
                <a:off x="-26865" y="3151921"/>
                <a:ext cx="1402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17" name="Google Shape;217;g3ea087b8d5c_2_10730"/>
              <p:cNvCxnSpPr/>
              <p:nvPr/>
            </p:nvCxnSpPr>
            <p:spPr>
              <a:xfrm rot="10800000" flipH="1">
                <a:off x="1368303" y="2877121"/>
                <a:ext cx="327300" cy="274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18" name="Google Shape;218;g3ea087b8d5c_2_10730"/>
              <p:cNvCxnSpPr/>
              <p:nvPr/>
            </p:nvCxnSpPr>
            <p:spPr>
              <a:xfrm>
                <a:off x="1695690" y="2877197"/>
                <a:ext cx="7632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19" name="Google Shape;219;g3ea087b8d5c_2_10730"/>
              <p:cNvSpPr/>
              <p:nvPr/>
            </p:nvSpPr>
            <p:spPr>
              <a:xfrm>
                <a:off x="2432901" y="2715185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0" name="Google Shape;220;g3ea087b8d5c_2_10730"/>
            <p:cNvGrpSpPr/>
            <p:nvPr/>
          </p:nvGrpSpPr>
          <p:grpSpPr>
            <a:xfrm>
              <a:off x="-1225468" y="3843225"/>
              <a:ext cx="2802416" cy="433146"/>
              <a:chOff x="-34420" y="3843718"/>
              <a:chExt cx="2802416" cy="433146"/>
            </a:xfrm>
          </p:grpSpPr>
          <p:cxnSp>
            <p:nvCxnSpPr>
              <p:cNvPr id="221" name="Google Shape;221;g3ea087b8d5c_2_10730"/>
              <p:cNvCxnSpPr/>
              <p:nvPr/>
            </p:nvCxnSpPr>
            <p:spPr>
              <a:xfrm>
                <a:off x="-34420" y="3843718"/>
                <a:ext cx="1402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22" name="Google Shape;222;g3ea087b8d5c_2_10730"/>
              <p:cNvCxnSpPr/>
              <p:nvPr/>
            </p:nvCxnSpPr>
            <p:spPr>
              <a:xfrm>
                <a:off x="1360748" y="3843718"/>
                <a:ext cx="327300" cy="274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23" name="Google Shape;223;g3ea087b8d5c_2_10730"/>
              <p:cNvCxnSpPr/>
              <p:nvPr/>
            </p:nvCxnSpPr>
            <p:spPr>
              <a:xfrm>
                <a:off x="1688135" y="4118442"/>
                <a:ext cx="7632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24" name="Google Shape;224;g3ea087b8d5c_2_10730"/>
              <p:cNvSpPr/>
              <p:nvPr/>
            </p:nvSpPr>
            <p:spPr>
              <a:xfrm>
                <a:off x="2451196" y="3960064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25" name="Google Shape;225;g3ea087b8d5c_2_10730"/>
          <p:cNvSpPr/>
          <p:nvPr/>
        </p:nvSpPr>
        <p:spPr>
          <a:xfrm>
            <a:off x="8943443" y="4937355"/>
            <a:ext cx="175500" cy="175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g3ea087b8d5c_2_10730"/>
          <p:cNvSpPr txBox="1">
            <a:spLocks noGrp="1"/>
          </p:cNvSpPr>
          <p:nvPr>
            <p:ph type="sldNum" idx="12"/>
          </p:nvPr>
        </p:nvSpPr>
        <p:spPr>
          <a:xfrm>
            <a:off x="8925300" y="4924800"/>
            <a:ext cx="218700" cy="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7" name="Google Shape;227;g3ea087b8d5c_2_10730"/>
          <p:cNvSpPr txBox="1"/>
          <p:nvPr/>
        </p:nvSpPr>
        <p:spPr>
          <a:xfrm>
            <a:off x="3526973" y="480061"/>
            <a:ext cx="2271600" cy="484800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68575" tIns="34275" rIns="68575" bIns="3427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NỘI DUNG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g3ea087b8d5c_2_10730"/>
          <p:cNvSpPr txBox="1">
            <a:spLocks noGrp="1"/>
          </p:cNvSpPr>
          <p:nvPr>
            <p:ph type="body" idx="1"/>
          </p:nvPr>
        </p:nvSpPr>
        <p:spPr>
          <a:xfrm>
            <a:off x="2051358" y="964760"/>
            <a:ext cx="5041500" cy="35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33655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AutoNum type="arabicPeriod"/>
              <a:defRPr sz="170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29" name="Google Shape;229;g3ea087b8d5c_2_10730"/>
          <p:cNvSpPr/>
          <p:nvPr/>
        </p:nvSpPr>
        <p:spPr>
          <a:xfrm rot="10800000">
            <a:off x="13" y="83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0" name="Google Shape;230;g3ea087b8d5c_2_10730"/>
          <p:cNvGrpSpPr/>
          <p:nvPr/>
        </p:nvGrpSpPr>
        <p:grpSpPr>
          <a:xfrm>
            <a:off x="43967" y="30708"/>
            <a:ext cx="2152257" cy="664889"/>
            <a:chOff x="44974" y="27296"/>
            <a:chExt cx="2869676" cy="886519"/>
          </a:xfrm>
        </p:grpSpPr>
        <p:cxnSp>
          <p:nvCxnSpPr>
            <p:cNvPr id="231" name="Google Shape;231;g3ea087b8d5c_2_10730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232" name="Google Shape;232;g3ea087b8d5c_2_10730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233" name="Google Shape;233;g3ea087b8d5c_2_10730"/>
            <p:cNvCxnSpPr/>
            <p:nvPr/>
          </p:nvCxnSpPr>
          <p:spPr>
            <a:xfrm rot="10800000">
              <a:off x="52214" y="654015"/>
              <a:ext cx="0" cy="2598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pic>
        <p:nvPicPr>
          <p:cNvPr id="234" name="Google Shape;234;g3ea087b8d5c_2_10730" descr="A picture containing clipart, vector graphic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9479" y="271978"/>
            <a:ext cx="408216" cy="33766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g3ea087b8d5c_2_10730"/>
          <p:cNvSpPr txBox="1">
            <a:spLocks noGrp="1"/>
          </p:cNvSpPr>
          <p:nvPr>
            <p:ph type="dt" idx="10"/>
          </p:nvPr>
        </p:nvSpPr>
        <p:spPr>
          <a:xfrm>
            <a:off x="597017" y="4840976"/>
            <a:ext cx="15993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êu đề chương">
  <p:cSld name="1_Tiêu đề chương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g3ea087b8d5c_2_10810" descr="Background patter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-1"/>
            <a:ext cx="9144001" cy="514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g3ea087b8d5c_2_108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0A4671">
                  <a:alpha val="74901"/>
                </a:srgbClr>
              </a:gs>
              <a:gs pos="100000">
                <a:srgbClr val="0A467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g3ea087b8d5c_2_10810"/>
          <p:cNvSpPr/>
          <p:nvPr/>
        </p:nvSpPr>
        <p:spPr>
          <a:xfrm>
            <a:off x="12019" y="3471967"/>
            <a:ext cx="325800" cy="260400"/>
          </a:xfrm>
          <a:prstGeom prst="rect">
            <a:avLst/>
          </a:prstGeom>
          <a:solidFill>
            <a:srgbClr val="00F7FF"/>
          </a:solidFill>
          <a:ln w="9525" cap="flat" cmpd="sng">
            <a:solidFill>
              <a:srgbClr val="00F7F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g3ea087b8d5c_2_10810"/>
          <p:cNvSpPr/>
          <p:nvPr/>
        </p:nvSpPr>
        <p:spPr>
          <a:xfrm>
            <a:off x="12019" y="3754231"/>
            <a:ext cx="325800" cy="260400"/>
          </a:xfrm>
          <a:prstGeom prst="rect">
            <a:avLst/>
          </a:prstGeom>
          <a:solidFill>
            <a:srgbClr val="00F7FF"/>
          </a:solidFill>
          <a:ln w="9525" cap="flat" cmpd="sng">
            <a:solidFill>
              <a:srgbClr val="00F7F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g3ea087b8d5c_2_10810"/>
          <p:cNvSpPr/>
          <p:nvPr/>
        </p:nvSpPr>
        <p:spPr>
          <a:xfrm>
            <a:off x="12019" y="4036495"/>
            <a:ext cx="325800" cy="260400"/>
          </a:xfrm>
          <a:prstGeom prst="rect">
            <a:avLst/>
          </a:prstGeom>
          <a:solidFill>
            <a:srgbClr val="00F7FF"/>
          </a:solidFill>
          <a:ln w="9525" cap="flat" cmpd="sng">
            <a:solidFill>
              <a:srgbClr val="00F7F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g3ea087b8d5c_2_10810"/>
          <p:cNvSpPr/>
          <p:nvPr/>
        </p:nvSpPr>
        <p:spPr>
          <a:xfrm>
            <a:off x="12019" y="4318759"/>
            <a:ext cx="325800" cy="260400"/>
          </a:xfrm>
          <a:prstGeom prst="rect">
            <a:avLst/>
          </a:prstGeom>
          <a:noFill/>
          <a:ln w="9525" cap="flat" cmpd="sng">
            <a:solidFill>
              <a:srgbClr val="00F7F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g3ea087b8d5c_2_10810"/>
          <p:cNvSpPr/>
          <p:nvPr/>
        </p:nvSpPr>
        <p:spPr>
          <a:xfrm>
            <a:off x="12019" y="4601023"/>
            <a:ext cx="325800" cy="260400"/>
          </a:xfrm>
          <a:prstGeom prst="rect">
            <a:avLst/>
          </a:prstGeom>
          <a:noFill/>
          <a:ln w="9525" cap="flat" cmpd="sng">
            <a:solidFill>
              <a:srgbClr val="00F7F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g3ea087b8d5c_2_10810"/>
          <p:cNvSpPr/>
          <p:nvPr/>
        </p:nvSpPr>
        <p:spPr>
          <a:xfrm>
            <a:off x="12019" y="4883288"/>
            <a:ext cx="325800" cy="260400"/>
          </a:xfrm>
          <a:prstGeom prst="rect">
            <a:avLst/>
          </a:prstGeom>
          <a:noFill/>
          <a:ln w="9525" cap="flat" cmpd="sng">
            <a:solidFill>
              <a:srgbClr val="00F7F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g3ea087b8d5c_2_10810"/>
          <p:cNvSpPr/>
          <p:nvPr/>
        </p:nvSpPr>
        <p:spPr>
          <a:xfrm rot="10800000">
            <a:off x="13" y="83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6" name="Google Shape;246;g3ea087b8d5c_2_10810"/>
          <p:cNvGrpSpPr/>
          <p:nvPr/>
        </p:nvGrpSpPr>
        <p:grpSpPr>
          <a:xfrm>
            <a:off x="43967" y="30708"/>
            <a:ext cx="2152257" cy="1172534"/>
            <a:chOff x="44974" y="27296"/>
            <a:chExt cx="2869676" cy="1563379"/>
          </a:xfrm>
        </p:grpSpPr>
        <p:cxnSp>
          <p:nvCxnSpPr>
            <p:cNvPr id="247" name="Google Shape;247;g3ea087b8d5c_2_10810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F7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248" name="Google Shape;248;g3ea087b8d5c_2_10810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F7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249" name="Google Shape;249;g3ea087b8d5c_2_10810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flat" cmpd="sng">
              <a:solidFill>
                <a:srgbClr val="00F7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250" name="Google Shape;250;g3ea087b8d5c_2_10810"/>
          <p:cNvSpPr/>
          <p:nvPr/>
        </p:nvSpPr>
        <p:spPr>
          <a:xfrm>
            <a:off x="8607287" y="4680817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1" name="Google Shape;251;g3ea087b8d5c_2_10810"/>
          <p:cNvGrpSpPr/>
          <p:nvPr/>
        </p:nvGrpSpPr>
        <p:grpSpPr>
          <a:xfrm rot="10800000">
            <a:off x="6947777" y="3940258"/>
            <a:ext cx="2152257" cy="1172534"/>
            <a:chOff x="44974" y="27296"/>
            <a:chExt cx="2869676" cy="1563379"/>
          </a:xfrm>
        </p:grpSpPr>
        <p:cxnSp>
          <p:nvCxnSpPr>
            <p:cNvPr id="252" name="Google Shape;252;g3ea087b8d5c_2_10810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3" name="Google Shape;253;g3ea087b8d5c_2_10810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4" name="Google Shape;254;g3ea087b8d5c_2_10810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55" name="Google Shape;255;g3ea087b8d5c_2_10810"/>
          <p:cNvSpPr/>
          <p:nvPr/>
        </p:nvSpPr>
        <p:spPr>
          <a:xfrm>
            <a:off x="8946554" y="4937363"/>
            <a:ext cx="175500" cy="175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g3ea087b8d5c_2_10810"/>
          <p:cNvSpPr/>
          <p:nvPr/>
        </p:nvSpPr>
        <p:spPr>
          <a:xfrm>
            <a:off x="8692153" y="79409"/>
            <a:ext cx="366980" cy="303866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g3ea087b8d5c_2_10810"/>
          <p:cNvSpPr txBox="1">
            <a:spLocks noGrp="1"/>
          </p:cNvSpPr>
          <p:nvPr>
            <p:ph type="sldNum" idx="12"/>
          </p:nvPr>
        </p:nvSpPr>
        <p:spPr>
          <a:xfrm>
            <a:off x="8924544" y="4906662"/>
            <a:ext cx="219300" cy="2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8" name="Google Shape;258;g3ea087b8d5c_2_10810"/>
          <p:cNvSpPr txBox="1">
            <a:spLocks noGrp="1"/>
          </p:cNvSpPr>
          <p:nvPr>
            <p:ph type="body" idx="1"/>
          </p:nvPr>
        </p:nvSpPr>
        <p:spPr>
          <a:xfrm>
            <a:off x="1103197" y="1571270"/>
            <a:ext cx="4698300" cy="6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F7FF"/>
              </a:buClr>
              <a:buSzPts val="3300"/>
              <a:buNone/>
              <a:defRPr sz="3300" b="1">
                <a:solidFill>
                  <a:srgbClr val="00F7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59" name="Google Shape;259;g3ea087b8d5c_2_10810"/>
          <p:cNvSpPr txBox="1">
            <a:spLocks noGrp="1"/>
          </p:cNvSpPr>
          <p:nvPr>
            <p:ph type="body" idx="2"/>
          </p:nvPr>
        </p:nvSpPr>
        <p:spPr>
          <a:xfrm>
            <a:off x="1103197" y="2376869"/>
            <a:ext cx="6685500" cy="5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60" name="Google Shape;260;g3ea087b8d5c_2_10810"/>
          <p:cNvSpPr txBox="1">
            <a:spLocks noGrp="1"/>
          </p:cNvSpPr>
          <p:nvPr>
            <p:ph type="body" idx="3"/>
          </p:nvPr>
        </p:nvSpPr>
        <p:spPr>
          <a:xfrm>
            <a:off x="1103197" y="3103048"/>
            <a:ext cx="5360100" cy="6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61" name="Google Shape;261;g3ea087b8d5c_2_10810"/>
          <p:cNvSpPr txBox="1">
            <a:spLocks noGrp="1"/>
          </p:cNvSpPr>
          <p:nvPr>
            <p:ph type="body" idx="4"/>
          </p:nvPr>
        </p:nvSpPr>
        <p:spPr>
          <a:xfrm>
            <a:off x="6672432" y="3923927"/>
            <a:ext cx="18909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F7FF"/>
              </a:buClr>
              <a:buSzPts val="9000"/>
              <a:buNone/>
              <a:defRPr sz="9000" b="1">
                <a:solidFill>
                  <a:srgbClr val="00F7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cxnSp>
        <p:nvCxnSpPr>
          <p:cNvPr id="262" name="Google Shape;262;g3ea087b8d5c_2_10810"/>
          <p:cNvCxnSpPr/>
          <p:nvPr/>
        </p:nvCxnSpPr>
        <p:spPr>
          <a:xfrm>
            <a:off x="1180617" y="2234762"/>
            <a:ext cx="2673600" cy="0"/>
          </a:xfrm>
          <a:prstGeom prst="straightConnector1">
            <a:avLst/>
          </a:prstGeom>
          <a:noFill/>
          <a:ln w="19050" cap="rnd" cmpd="sng">
            <a:solidFill>
              <a:srgbClr val="00F7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3" name="Google Shape;263;g3ea087b8d5c_2_10810"/>
          <p:cNvSpPr txBox="1">
            <a:spLocks noGrp="1"/>
          </p:cNvSpPr>
          <p:nvPr>
            <p:ph type="dt" idx="10"/>
          </p:nvPr>
        </p:nvSpPr>
        <p:spPr>
          <a:xfrm>
            <a:off x="628650" y="4861235"/>
            <a:ext cx="1567500" cy="1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64" name="Google Shape;264;g3ea087b8d5c_2_10810"/>
          <p:cNvSpPr txBox="1">
            <a:spLocks noGrp="1"/>
          </p:cNvSpPr>
          <p:nvPr>
            <p:ph type="ftr" idx="11"/>
          </p:nvPr>
        </p:nvSpPr>
        <p:spPr>
          <a:xfrm>
            <a:off x="2758109" y="4861235"/>
            <a:ext cx="3357000" cy="1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g trống" type="blank">
  <p:cSld name="BLANK"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ea087b8d5c_2_10839"/>
          <p:cNvSpPr txBox="1">
            <a:spLocks noGrp="1"/>
          </p:cNvSpPr>
          <p:nvPr>
            <p:ph type="ftr" idx="11"/>
          </p:nvPr>
        </p:nvSpPr>
        <p:spPr>
          <a:xfrm>
            <a:off x="2763078" y="4861235"/>
            <a:ext cx="3617700" cy="1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67" name="Google Shape;267;g3ea087b8d5c_2_10839"/>
          <p:cNvSpPr/>
          <p:nvPr/>
        </p:nvSpPr>
        <p:spPr>
          <a:xfrm rot="10800000">
            <a:off x="-1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g3ea087b8d5c_2_10839"/>
          <p:cNvSpPr/>
          <p:nvPr/>
        </p:nvSpPr>
        <p:spPr>
          <a:xfrm rot="10800000">
            <a:off x="13" y="83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9" name="Google Shape;269;g3ea087b8d5c_2_10839"/>
          <p:cNvGrpSpPr/>
          <p:nvPr/>
        </p:nvGrpSpPr>
        <p:grpSpPr>
          <a:xfrm>
            <a:off x="43967" y="30708"/>
            <a:ext cx="2152257" cy="1172534"/>
            <a:chOff x="44974" y="27296"/>
            <a:chExt cx="2869676" cy="1563379"/>
          </a:xfrm>
        </p:grpSpPr>
        <p:cxnSp>
          <p:nvCxnSpPr>
            <p:cNvPr id="270" name="Google Shape;270;g3ea087b8d5c_2_10839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271" name="Google Shape;271;g3ea087b8d5c_2_10839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272" name="Google Shape;272;g3ea087b8d5c_2_10839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273" name="Google Shape;273;g3ea087b8d5c_2_10839"/>
          <p:cNvSpPr/>
          <p:nvPr/>
        </p:nvSpPr>
        <p:spPr>
          <a:xfrm>
            <a:off x="8607287" y="4680817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4" name="Google Shape;274;g3ea087b8d5c_2_10839"/>
          <p:cNvGrpSpPr/>
          <p:nvPr/>
        </p:nvGrpSpPr>
        <p:grpSpPr>
          <a:xfrm rot="10800000">
            <a:off x="6947777" y="3940258"/>
            <a:ext cx="2152257" cy="1172534"/>
            <a:chOff x="44974" y="27296"/>
            <a:chExt cx="2869676" cy="1563379"/>
          </a:xfrm>
        </p:grpSpPr>
        <p:cxnSp>
          <p:nvCxnSpPr>
            <p:cNvPr id="275" name="Google Shape;275;g3ea087b8d5c_2_10839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76" name="Google Shape;276;g3ea087b8d5c_2_10839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77" name="Google Shape;277;g3ea087b8d5c_2_10839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78" name="Google Shape;278;g3ea087b8d5c_2_10839"/>
          <p:cNvSpPr/>
          <p:nvPr/>
        </p:nvSpPr>
        <p:spPr>
          <a:xfrm>
            <a:off x="8944906" y="4941813"/>
            <a:ext cx="175500" cy="175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g3ea087b8d5c_2_10839"/>
          <p:cNvSpPr/>
          <p:nvPr/>
        </p:nvSpPr>
        <p:spPr>
          <a:xfrm>
            <a:off x="12019" y="3471967"/>
            <a:ext cx="325800" cy="260400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6" scaled="0"/>
          </a:gradFill>
          <a:ln w="9525" cap="flat" cmpd="sng">
            <a:solidFill>
              <a:srgbClr val="0072F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g3ea087b8d5c_2_10839"/>
          <p:cNvSpPr/>
          <p:nvPr/>
        </p:nvSpPr>
        <p:spPr>
          <a:xfrm>
            <a:off x="12019" y="3754231"/>
            <a:ext cx="325800" cy="260400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6" scaled="0"/>
          </a:gradFill>
          <a:ln w="9525" cap="flat" cmpd="sng">
            <a:solidFill>
              <a:srgbClr val="0072F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g3ea087b8d5c_2_10839"/>
          <p:cNvSpPr/>
          <p:nvPr/>
        </p:nvSpPr>
        <p:spPr>
          <a:xfrm>
            <a:off x="12019" y="4036495"/>
            <a:ext cx="325800" cy="260400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6" scaled="0"/>
          </a:gradFill>
          <a:ln w="9525" cap="flat" cmpd="sng">
            <a:solidFill>
              <a:srgbClr val="0072F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g3ea087b8d5c_2_10839"/>
          <p:cNvSpPr/>
          <p:nvPr/>
        </p:nvSpPr>
        <p:spPr>
          <a:xfrm>
            <a:off x="12019" y="4318759"/>
            <a:ext cx="325800" cy="260400"/>
          </a:xfrm>
          <a:prstGeom prst="rect">
            <a:avLst/>
          </a:prstGeom>
          <a:noFill/>
          <a:ln w="9525" cap="flat" cmpd="sng">
            <a:solidFill>
              <a:srgbClr val="0072F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g3ea087b8d5c_2_10839"/>
          <p:cNvSpPr/>
          <p:nvPr/>
        </p:nvSpPr>
        <p:spPr>
          <a:xfrm>
            <a:off x="12019" y="4601023"/>
            <a:ext cx="325800" cy="260400"/>
          </a:xfrm>
          <a:prstGeom prst="rect">
            <a:avLst/>
          </a:prstGeom>
          <a:noFill/>
          <a:ln w="9525" cap="flat" cmpd="sng">
            <a:solidFill>
              <a:srgbClr val="0072F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g3ea087b8d5c_2_10839"/>
          <p:cNvSpPr/>
          <p:nvPr/>
        </p:nvSpPr>
        <p:spPr>
          <a:xfrm>
            <a:off x="12019" y="4883288"/>
            <a:ext cx="325800" cy="260400"/>
          </a:xfrm>
          <a:prstGeom prst="rect">
            <a:avLst/>
          </a:prstGeom>
          <a:noFill/>
          <a:ln w="9525" cap="flat" cmpd="sng">
            <a:solidFill>
              <a:srgbClr val="0072F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5" name="Google Shape;285;g3ea087b8d5c_2_10839" descr="A picture containing clipart, vector graphic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9479" y="271978"/>
            <a:ext cx="408216" cy="33766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g3ea087b8d5c_2_10839"/>
          <p:cNvSpPr txBox="1">
            <a:spLocks noGrp="1"/>
          </p:cNvSpPr>
          <p:nvPr>
            <p:ph type="sldNum" idx="12"/>
          </p:nvPr>
        </p:nvSpPr>
        <p:spPr>
          <a:xfrm>
            <a:off x="8923274" y="4920182"/>
            <a:ext cx="218700" cy="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7" name="Google Shape;287;g3ea087b8d5c_2_10839"/>
          <p:cNvSpPr txBox="1">
            <a:spLocks noGrp="1"/>
          </p:cNvSpPr>
          <p:nvPr>
            <p:ph type="dt" idx="10"/>
          </p:nvPr>
        </p:nvSpPr>
        <p:spPr>
          <a:xfrm>
            <a:off x="628650" y="4861235"/>
            <a:ext cx="1611300" cy="1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êu đề chương">
  <p:cSld name="3_Tiêu đề chương"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g3ea087b8d5c_2_10862" descr="Background patter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-1"/>
            <a:ext cx="9144001" cy="514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g3ea087b8d5c_2_10862"/>
          <p:cNvSpPr/>
          <p:nvPr/>
        </p:nvSpPr>
        <p:spPr>
          <a:xfrm>
            <a:off x="-1" y="-2335"/>
            <a:ext cx="9144000" cy="5143500"/>
          </a:xfrm>
          <a:prstGeom prst="rect">
            <a:avLst/>
          </a:prstGeom>
          <a:gradFill>
            <a:gsLst>
              <a:gs pos="0">
                <a:srgbClr val="0A4671">
                  <a:alpha val="74901"/>
                </a:srgbClr>
              </a:gs>
              <a:gs pos="100000">
                <a:srgbClr val="0A467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g3ea087b8d5c_2_10862"/>
          <p:cNvSpPr/>
          <p:nvPr/>
        </p:nvSpPr>
        <p:spPr>
          <a:xfrm rot="10800000">
            <a:off x="13" y="83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2" name="Google Shape;292;g3ea087b8d5c_2_10862"/>
          <p:cNvGrpSpPr/>
          <p:nvPr/>
        </p:nvGrpSpPr>
        <p:grpSpPr>
          <a:xfrm>
            <a:off x="43967" y="30708"/>
            <a:ext cx="2152257" cy="1172534"/>
            <a:chOff x="44974" y="27296"/>
            <a:chExt cx="2869676" cy="1563379"/>
          </a:xfrm>
        </p:grpSpPr>
        <p:cxnSp>
          <p:nvCxnSpPr>
            <p:cNvPr id="293" name="Google Shape;293;g3ea087b8d5c_2_10862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F7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294" name="Google Shape;294;g3ea087b8d5c_2_10862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F7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295" name="Google Shape;295;g3ea087b8d5c_2_10862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flat" cmpd="sng">
              <a:solidFill>
                <a:srgbClr val="00F7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296" name="Google Shape;296;g3ea087b8d5c_2_10862"/>
          <p:cNvSpPr/>
          <p:nvPr/>
        </p:nvSpPr>
        <p:spPr>
          <a:xfrm>
            <a:off x="8607287" y="4680817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7" name="Google Shape;297;g3ea087b8d5c_2_10862"/>
          <p:cNvGrpSpPr/>
          <p:nvPr/>
        </p:nvGrpSpPr>
        <p:grpSpPr>
          <a:xfrm rot="10800000">
            <a:off x="6947777" y="3940258"/>
            <a:ext cx="2152257" cy="1172534"/>
            <a:chOff x="44974" y="27296"/>
            <a:chExt cx="2869676" cy="1563379"/>
          </a:xfrm>
        </p:grpSpPr>
        <p:cxnSp>
          <p:nvCxnSpPr>
            <p:cNvPr id="298" name="Google Shape;298;g3ea087b8d5c_2_10862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99" name="Google Shape;299;g3ea087b8d5c_2_10862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00" name="Google Shape;300;g3ea087b8d5c_2_10862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01" name="Google Shape;301;g3ea087b8d5c_2_10862"/>
          <p:cNvSpPr/>
          <p:nvPr/>
        </p:nvSpPr>
        <p:spPr>
          <a:xfrm>
            <a:off x="8692153" y="79409"/>
            <a:ext cx="366980" cy="303866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g3ea087b8d5c_2_10862"/>
          <p:cNvSpPr txBox="1">
            <a:spLocks noGrp="1"/>
          </p:cNvSpPr>
          <p:nvPr>
            <p:ph type="dt" idx="10"/>
          </p:nvPr>
        </p:nvSpPr>
        <p:spPr>
          <a:xfrm>
            <a:off x="4545225" y="4861235"/>
            <a:ext cx="1567500" cy="1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03" name="Google Shape;303;g3ea087b8d5c_2_10862"/>
          <p:cNvSpPr txBox="1">
            <a:spLocks noGrp="1"/>
          </p:cNvSpPr>
          <p:nvPr>
            <p:ph type="ftr" idx="11"/>
          </p:nvPr>
        </p:nvSpPr>
        <p:spPr>
          <a:xfrm>
            <a:off x="628650" y="4861235"/>
            <a:ext cx="3357000" cy="1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04" name="Google Shape;304;g3ea087b8d5c_2_10862"/>
          <p:cNvSpPr/>
          <p:nvPr/>
        </p:nvSpPr>
        <p:spPr>
          <a:xfrm>
            <a:off x="71406" y="4937363"/>
            <a:ext cx="175500" cy="175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g3ea087b8d5c_2_10862"/>
          <p:cNvSpPr txBox="1">
            <a:spLocks noGrp="1"/>
          </p:cNvSpPr>
          <p:nvPr>
            <p:ph type="sldNum" idx="12"/>
          </p:nvPr>
        </p:nvSpPr>
        <p:spPr>
          <a:xfrm>
            <a:off x="49396" y="4906662"/>
            <a:ext cx="219300" cy="2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6" name="Google Shape;306;g3ea087b8d5c_2_10862"/>
          <p:cNvSpPr>
            <a:spLocks noGrp="1"/>
          </p:cNvSpPr>
          <p:nvPr>
            <p:ph type="body" idx="1"/>
          </p:nvPr>
        </p:nvSpPr>
        <p:spPr>
          <a:xfrm>
            <a:off x="1278082" y="2264375"/>
            <a:ext cx="3438000" cy="1079700"/>
          </a:xfrm>
          <a:prstGeom prst="roundRect">
            <a:avLst>
              <a:gd name="adj" fmla="val 2631"/>
            </a:avLst>
          </a:prstGeom>
          <a:solidFill>
            <a:srgbClr val="F2F2F2"/>
          </a:solidFill>
          <a:ln w="14300" cap="rnd" cmpd="sng">
            <a:solidFill>
              <a:srgbClr val="00C6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72FF"/>
              </a:buClr>
              <a:buSzPts val="1500"/>
              <a:buNone/>
              <a:defRPr sz="1500" b="1" i="0">
                <a:solidFill>
                  <a:srgbClr val="0072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grpSp>
        <p:nvGrpSpPr>
          <p:cNvPr id="307" name="Google Shape;307;g3ea087b8d5c_2_10862"/>
          <p:cNvGrpSpPr/>
          <p:nvPr/>
        </p:nvGrpSpPr>
        <p:grpSpPr>
          <a:xfrm>
            <a:off x="-1" y="3343820"/>
            <a:ext cx="6485361" cy="498386"/>
            <a:chOff x="-349411" y="1322122"/>
            <a:chExt cx="8647148" cy="664514"/>
          </a:xfrm>
        </p:grpSpPr>
        <p:cxnSp>
          <p:nvCxnSpPr>
            <p:cNvPr id="308" name="Google Shape;308;g3ea087b8d5c_2_10862"/>
            <p:cNvCxnSpPr/>
            <p:nvPr/>
          </p:nvCxnSpPr>
          <p:spPr>
            <a:xfrm>
              <a:off x="-349411" y="1986636"/>
              <a:ext cx="6360600" cy="0"/>
            </a:xfrm>
            <a:prstGeom prst="straightConnector1">
              <a:avLst/>
            </a:prstGeom>
            <a:noFill/>
            <a:ln w="28575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09" name="Google Shape;309;g3ea087b8d5c_2_10862"/>
            <p:cNvCxnSpPr/>
            <p:nvPr/>
          </p:nvCxnSpPr>
          <p:spPr>
            <a:xfrm rot="10800000" flipH="1">
              <a:off x="6011109" y="1480536"/>
              <a:ext cx="591300" cy="506100"/>
            </a:xfrm>
            <a:prstGeom prst="straightConnector1">
              <a:avLst/>
            </a:prstGeom>
            <a:noFill/>
            <a:ln w="28575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0" name="Google Shape;310;g3ea087b8d5c_2_10862"/>
            <p:cNvCxnSpPr/>
            <p:nvPr/>
          </p:nvCxnSpPr>
          <p:spPr>
            <a:xfrm>
              <a:off x="6602514" y="1480500"/>
              <a:ext cx="1378500" cy="0"/>
            </a:xfrm>
            <a:prstGeom prst="straightConnector1">
              <a:avLst/>
            </a:prstGeom>
            <a:noFill/>
            <a:ln w="28575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11" name="Google Shape;311;g3ea087b8d5c_2_10862"/>
            <p:cNvSpPr/>
            <p:nvPr/>
          </p:nvSpPr>
          <p:spPr>
            <a:xfrm>
              <a:off x="7980937" y="1322122"/>
              <a:ext cx="316800" cy="316800"/>
            </a:xfrm>
            <a:prstGeom prst="ellipse">
              <a:avLst/>
            </a:prstGeom>
            <a:gradFill>
              <a:gsLst>
                <a:gs pos="0">
                  <a:srgbClr val="00F7FF"/>
                </a:gs>
                <a:gs pos="100000">
                  <a:srgbClr val="00C6FF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2" name="Google Shape;312;g3ea087b8d5c_2_10862"/>
          <p:cNvSpPr/>
          <p:nvPr/>
        </p:nvSpPr>
        <p:spPr>
          <a:xfrm>
            <a:off x="597017" y="2052285"/>
            <a:ext cx="1514700" cy="1514700"/>
          </a:xfrm>
          <a:prstGeom prst="ellipse">
            <a:avLst/>
          </a:prstGeom>
          <a:gradFill>
            <a:gsLst>
              <a:gs pos="0">
                <a:srgbClr val="00C6FF"/>
              </a:gs>
              <a:gs pos="100000">
                <a:srgbClr val="0072FF"/>
              </a:gs>
            </a:gsLst>
            <a:lin ang="5400012" scaled="0"/>
          </a:gradFill>
          <a:ln w="9525" cap="flat" cmpd="sng">
            <a:solidFill>
              <a:srgbClr val="00C6F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g3ea087b8d5c_2_10862"/>
          <p:cNvSpPr>
            <a:spLocks noGrp="1"/>
          </p:cNvSpPr>
          <p:nvPr>
            <p:ph type="pic" idx="2"/>
          </p:nvPr>
        </p:nvSpPr>
        <p:spPr>
          <a:xfrm>
            <a:off x="517745" y="2046747"/>
            <a:ext cx="1515600" cy="1514700"/>
          </a:xfrm>
          <a:prstGeom prst="ellipse">
            <a:avLst/>
          </a:prstGeom>
          <a:solidFill>
            <a:schemeClr val="lt1"/>
          </a:solidFill>
          <a:ln w="14300" cap="flat" cmpd="sng">
            <a:solidFill>
              <a:srgbClr val="00F7FF"/>
            </a:solidFill>
            <a:prstDash val="solid"/>
            <a:round/>
            <a:headEnd type="none" w="sm" len="sm"/>
            <a:tailEnd type="none" w="sm" len="sm"/>
          </a:ln>
          <a:effectLst>
            <a:outerShdw blurRad="47625" sx="102000" sy="102000" algn="ctr" rotWithShape="0">
              <a:srgbClr val="000000">
                <a:alpha val="40000"/>
              </a:srgbClr>
            </a:outerShdw>
          </a:effectLst>
        </p:spPr>
      </p:sp>
      <p:sp>
        <p:nvSpPr>
          <p:cNvPr id="314" name="Google Shape;314;g3ea087b8d5c_2_10862"/>
          <p:cNvSpPr txBox="1">
            <a:spLocks noGrp="1"/>
          </p:cNvSpPr>
          <p:nvPr>
            <p:ph type="body" idx="3"/>
          </p:nvPr>
        </p:nvSpPr>
        <p:spPr>
          <a:xfrm>
            <a:off x="2033410" y="1697815"/>
            <a:ext cx="26826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lvl="0" indent="-2286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F7FF"/>
              </a:buClr>
              <a:buSzPts val="2700"/>
              <a:buNone/>
              <a:defRPr sz="2700" b="1">
                <a:solidFill>
                  <a:srgbClr val="00F7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Mục lục">
  <p:cSld name="1_Mục lục"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ea087b8d5c_2_10889"/>
          <p:cNvSpPr/>
          <p:nvPr/>
        </p:nvSpPr>
        <p:spPr>
          <a:xfrm>
            <a:off x="8607287" y="4680817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7" name="Google Shape;317;g3ea087b8d5c_2_10889"/>
          <p:cNvGrpSpPr/>
          <p:nvPr/>
        </p:nvGrpSpPr>
        <p:grpSpPr>
          <a:xfrm rot="10800000">
            <a:off x="6947777" y="4447903"/>
            <a:ext cx="2152257" cy="664889"/>
            <a:chOff x="44974" y="27296"/>
            <a:chExt cx="2869676" cy="886519"/>
          </a:xfrm>
        </p:grpSpPr>
        <p:cxnSp>
          <p:nvCxnSpPr>
            <p:cNvPr id="318" name="Google Shape;318;g3ea087b8d5c_2_10889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9" name="Google Shape;319;g3ea087b8d5c_2_10889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0" name="Google Shape;320;g3ea087b8d5c_2_10889"/>
            <p:cNvCxnSpPr/>
            <p:nvPr/>
          </p:nvCxnSpPr>
          <p:spPr>
            <a:xfrm rot="10800000">
              <a:off x="52214" y="654015"/>
              <a:ext cx="0" cy="25980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21" name="Google Shape;321;g3ea087b8d5c_2_10889"/>
          <p:cNvSpPr txBox="1">
            <a:spLocks noGrp="1"/>
          </p:cNvSpPr>
          <p:nvPr>
            <p:ph type="ftr" idx="11"/>
          </p:nvPr>
        </p:nvSpPr>
        <p:spPr>
          <a:xfrm>
            <a:off x="2599082" y="4849586"/>
            <a:ext cx="3945900" cy="1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grpSp>
        <p:nvGrpSpPr>
          <p:cNvPr id="322" name="Google Shape;322;g3ea087b8d5c_2_10889"/>
          <p:cNvGrpSpPr/>
          <p:nvPr/>
        </p:nvGrpSpPr>
        <p:grpSpPr>
          <a:xfrm>
            <a:off x="-1742644" y="841043"/>
            <a:ext cx="3631000" cy="3790500"/>
            <a:chOff x="-1259888" y="901609"/>
            <a:chExt cx="4841333" cy="5054000"/>
          </a:xfrm>
        </p:grpSpPr>
        <p:grpSp>
          <p:nvGrpSpPr>
            <p:cNvPr id="323" name="Google Shape;323;g3ea087b8d5c_2_10889"/>
            <p:cNvGrpSpPr/>
            <p:nvPr/>
          </p:nvGrpSpPr>
          <p:grpSpPr>
            <a:xfrm>
              <a:off x="-1225468" y="901609"/>
              <a:ext cx="4806913" cy="664514"/>
              <a:chOff x="0" y="901609"/>
              <a:chExt cx="4806913" cy="664514"/>
            </a:xfrm>
          </p:grpSpPr>
          <p:cxnSp>
            <p:nvCxnSpPr>
              <p:cNvPr id="324" name="Google Shape;324;g3ea087b8d5c_2_10889"/>
              <p:cNvCxnSpPr/>
              <p:nvPr/>
            </p:nvCxnSpPr>
            <p:spPr>
              <a:xfrm>
                <a:off x="0" y="1566123"/>
                <a:ext cx="2533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25" name="Google Shape;325;g3ea087b8d5c_2_10889"/>
              <p:cNvCxnSpPr/>
              <p:nvPr/>
            </p:nvCxnSpPr>
            <p:spPr>
              <a:xfrm rot="10800000" flipH="1">
                <a:off x="2520285" y="1060023"/>
                <a:ext cx="591300" cy="5061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26" name="Google Shape;326;g3ea087b8d5c_2_10889"/>
              <p:cNvCxnSpPr/>
              <p:nvPr/>
            </p:nvCxnSpPr>
            <p:spPr>
              <a:xfrm>
                <a:off x="3111690" y="1059987"/>
                <a:ext cx="13785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327" name="Google Shape;327;g3ea087b8d5c_2_10889"/>
              <p:cNvSpPr/>
              <p:nvPr/>
            </p:nvSpPr>
            <p:spPr>
              <a:xfrm>
                <a:off x="4490113" y="901609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6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8" name="Google Shape;328;g3ea087b8d5c_2_10889"/>
            <p:cNvGrpSpPr/>
            <p:nvPr/>
          </p:nvGrpSpPr>
          <p:grpSpPr>
            <a:xfrm rot="10800000" flipH="1">
              <a:off x="-1225468" y="5291095"/>
              <a:ext cx="4806913" cy="664514"/>
              <a:chOff x="0" y="1232525"/>
              <a:chExt cx="4806913" cy="664514"/>
            </a:xfrm>
          </p:grpSpPr>
          <p:cxnSp>
            <p:nvCxnSpPr>
              <p:cNvPr id="329" name="Google Shape;329;g3ea087b8d5c_2_10889"/>
              <p:cNvCxnSpPr/>
              <p:nvPr/>
            </p:nvCxnSpPr>
            <p:spPr>
              <a:xfrm>
                <a:off x="0" y="1897039"/>
                <a:ext cx="2533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30" name="Google Shape;330;g3ea087b8d5c_2_10889"/>
              <p:cNvCxnSpPr/>
              <p:nvPr/>
            </p:nvCxnSpPr>
            <p:spPr>
              <a:xfrm rot="10800000" flipH="1">
                <a:off x="2520285" y="1390939"/>
                <a:ext cx="591300" cy="5061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31" name="Google Shape;331;g3ea087b8d5c_2_10889"/>
              <p:cNvCxnSpPr/>
              <p:nvPr/>
            </p:nvCxnSpPr>
            <p:spPr>
              <a:xfrm>
                <a:off x="3111690" y="1390903"/>
                <a:ext cx="13785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332" name="Google Shape;332;g3ea087b8d5c_2_10889"/>
              <p:cNvSpPr/>
              <p:nvPr/>
            </p:nvSpPr>
            <p:spPr>
              <a:xfrm>
                <a:off x="4490113" y="1232525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6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3" name="Google Shape;333;g3ea087b8d5c_2_10889"/>
            <p:cNvGrpSpPr/>
            <p:nvPr/>
          </p:nvGrpSpPr>
          <p:grpSpPr>
            <a:xfrm>
              <a:off x="-1225469" y="1860637"/>
              <a:ext cx="3835366" cy="547270"/>
              <a:chOff x="-1" y="1860637"/>
              <a:chExt cx="3835366" cy="547270"/>
            </a:xfrm>
          </p:grpSpPr>
          <p:sp>
            <p:nvSpPr>
              <p:cNvPr id="334" name="Google Shape;334;g3ea087b8d5c_2_10889"/>
              <p:cNvSpPr/>
              <p:nvPr/>
            </p:nvSpPr>
            <p:spPr>
              <a:xfrm>
                <a:off x="3518565" y="1860637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6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35" name="Google Shape;335;g3ea087b8d5c_2_10889"/>
              <p:cNvCxnSpPr/>
              <p:nvPr/>
            </p:nvCxnSpPr>
            <p:spPr>
              <a:xfrm>
                <a:off x="-1" y="2407907"/>
                <a:ext cx="19857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36" name="Google Shape;336;g3ea087b8d5c_2_10889"/>
              <p:cNvCxnSpPr/>
              <p:nvPr/>
            </p:nvCxnSpPr>
            <p:spPr>
              <a:xfrm rot="10800000" flipH="1">
                <a:off x="1974958" y="2019107"/>
                <a:ext cx="463500" cy="388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37" name="Google Shape;337;g3ea087b8d5c_2_10889"/>
              <p:cNvCxnSpPr/>
              <p:nvPr/>
            </p:nvCxnSpPr>
            <p:spPr>
              <a:xfrm>
                <a:off x="2438398" y="2019015"/>
                <a:ext cx="10803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338" name="Google Shape;338;g3ea087b8d5c_2_10889"/>
            <p:cNvGrpSpPr/>
            <p:nvPr/>
          </p:nvGrpSpPr>
          <p:grpSpPr>
            <a:xfrm rot="10800000" flipH="1">
              <a:off x="-1259888" y="4408929"/>
              <a:ext cx="3835366" cy="547270"/>
              <a:chOff x="-1" y="1860637"/>
              <a:chExt cx="3835366" cy="547270"/>
            </a:xfrm>
          </p:grpSpPr>
          <p:sp>
            <p:nvSpPr>
              <p:cNvPr id="339" name="Google Shape;339;g3ea087b8d5c_2_10889"/>
              <p:cNvSpPr/>
              <p:nvPr/>
            </p:nvSpPr>
            <p:spPr>
              <a:xfrm>
                <a:off x="3518565" y="1860637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6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40" name="Google Shape;340;g3ea087b8d5c_2_10889"/>
              <p:cNvCxnSpPr/>
              <p:nvPr/>
            </p:nvCxnSpPr>
            <p:spPr>
              <a:xfrm>
                <a:off x="-1" y="2407907"/>
                <a:ext cx="19857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41" name="Google Shape;341;g3ea087b8d5c_2_10889"/>
              <p:cNvCxnSpPr/>
              <p:nvPr/>
            </p:nvCxnSpPr>
            <p:spPr>
              <a:xfrm rot="10800000" flipH="1">
                <a:off x="1974958" y="2019107"/>
                <a:ext cx="463500" cy="388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42" name="Google Shape;342;g3ea087b8d5c_2_10889"/>
              <p:cNvCxnSpPr/>
              <p:nvPr/>
            </p:nvCxnSpPr>
            <p:spPr>
              <a:xfrm>
                <a:off x="2438398" y="2019015"/>
                <a:ext cx="10803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343" name="Google Shape;343;g3ea087b8d5c_2_10889"/>
            <p:cNvGrpSpPr/>
            <p:nvPr/>
          </p:nvGrpSpPr>
          <p:grpSpPr>
            <a:xfrm>
              <a:off x="-1252333" y="2715185"/>
              <a:ext cx="2776566" cy="436736"/>
              <a:chOff x="-26865" y="2715185"/>
              <a:chExt cx="2776566" cy="436736"/>
            </a:xfrm>
          </p:grpSpPr>
          <p:cxnSp>
            <p:nvCxnSpPr>
              <p:cNvPr id="344" name="Google Shape;344;g3ea087b8d5c_2_10889"/>
              <p:cNvCxnSpPr/>
              <p:nvPr/>
            </p:nvCxnSpPr>
            <p:spPr>
              <a:xfrm>
                <a:off x="-26865" y="3151921"/>
                <a:ext cx="1402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45" name="Google Shape;345;g3ea087b8d5c_2_10889"/>
              <p:cNvCxnSpPr/>
              <p:nvPr/>
            </p:nvCxnSpPr>
            <p:spPr>
              <a:xfrm rot="10800000" flipH="1">
                <a:off x="1368303" y="2877121"/>
                <a:ext cx="327300" cy="274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46" name="Google Shape;346;g3ea087b8d5c_2_10889"/>
              <p:cNvCxnSpPr/>
              <p:nvPr/>
            </p:nvCxnSpPr>
            <p:spPr>
              <a:xfrm>
                <a:off x="1695690" y="2877197"/>
                <a:ext cx="7632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347" name="Google Shape;347;g3ea087b8d5c_2_10889"/>
              <p:cNvSpPr/>
              <p:nvPr/>
            </p:nvSpPr>
            <p:spPr>
              <a:xfrm>
                <a:off x="2432901" y="2715185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6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8" name="Google Shape;348;g3ea087b8d5c_2_10889"/>
            <p:cNvGrpSpPr/>
            <p:nvPr/>
          </p:nvGrpSpPr>
          <p:grpSpPr>
            <a:xfrm>
              <a:off x="-1225468" y="3843225"/>
              <a:ext cx="2802416" cy="433146"/>
              <a:chOff x="-34420" y="3843718"/>
              <a:chExt cx="2802416" cy="433146"/>
            </a:xfrm>
          </p:grpSpPr>
          <p:cxnSp>
            <p:nvCxnSpPr>
              <p:cNvPr id="349" name="Google Shape;349;g3ea087b8d5c_2_10889"/>
              <p:cNvCxnSpPr/>
              <p:nvPr/>
            </p:nvCxnSpPr>
            <p:spPr>
              <a:xfrm>
                <a:off x="-34420" y="3843718"/>
                <a:ext cx="1402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0" name="Google Shape;350;g3ea087b8d5c_2_10889"/>
              <p:cNvCxnSpPr/>
              <p:nvPr/>
            </p:nvCxnSpPr>
            <p:spPr>
              <a:xfrm>
                <a:off x="1360748" y="3843718"/>
                <a:ext cx="327300" cy="274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1" name="Google Shape;351;g3ea087b8d5c_2_10889"/>
              <p:cNvCxnSpPr/>
              <p:nvPr/>
            </p:nvCxnSpPr>
            <p:spPr>
              <a:xfrm>
                <a:off x="1688135" y="4118442"/>
                <a:ext cx="7632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352" name="Google Shape;352;g3ea087b8d5c_2_10889"/>
              <p:cNvSpPr/>
              <p:nvPr/>
            </p:nvSpPr>
            <p:spPr>
              <a:xfrm>
                <a:off x="2451196" y="3960064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6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53" name="Google Shape;353;g3ea087b8d5c_2_10889"/>
          <p:cNvGrpSpPr/>
          <p:nvPr/>
        </p:nvGrpSpPr>
        <p:grpSpPr>
          <a:xfrm flipH="1">
            <a:off x="7255646" y="841043"/>
            <a:ext cx="3631000" cy="3790500"/>
            <a:chOff x="-1259888" y="901609"/>
            <a:chExt cx="4841333" cy="5054000"/>
          </a:xfrm>
        </p:grpSpPr>
        <p:grpSp>
          <p:nvGrpSpPr>
            <p:cNvPr id="354" name="Google Shape;354;g3ea087b8d5c_2_10889"/>
            <p:cNvGrpSpPr/>
            <p:nvPr/>
          </p:nvGrpSpPr>
          <p:grpSpPr>
            <a:xfrm>
              <a:off x="-1225468" y="901609"/>
              <a:ext cx="4806913" cy="664514"/>
              <a:chOff x="0" y="901609"/>
              <a:chExt cx="4806913" cy="664514"/>
            </a:xfrm>
          </p:grpSpPr>
          <p:cxnSp>
            <p:nvCxnSpPr>
              <p:cNvPr id="355" name="Google Shape;355;g3ea087b8d5c_2_10889"/>
              <p:cNvCxnSpPr/>
              <p:nvPr/>
            </p:nvCxnSpPr>
            <p:spPr>
              <a:xfrm>
                <a:off x="0" y="1566123"/>
                <a:ext cx="2533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6" name="Google Shape;356;g3ea087b8d5c_2_10889"/>
              <p:cNvCxnSpPr/>
              <p:nvPr/>
            </p:nvCxnSpPr>
            <p:spPr>
              <a:xfrm rot="10800000" flipH="1">
                <a:off x="2520285" y="1060023"/>
                <a:ext cx="591300" cy="5061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7" name="Google Shape;357;g3ea087b8d5c_2_10889"/>
              <p:cNvCxnSpPr/>
              <p:nvPr/>
            </p:nvCxnSpPr>
            <p:spPr>
              <a:xfrm>
                <a:off x="3111690" y="1059987"/>
                <a:ext cx="13785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358" name="Google Shape;358;g3ea087b8d5c_2_10889"/>
              <p:cNvSpPr/>
              <p:nvPr/>
            </p:nvSpPr>
            <p:spPr>
              <a:xfrm>
                <a:off x="4490113" y="901609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6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9" name="Google Shape;359;g3ea087b8d5c_2_10889"/>
            <p:cNvGrpSpPr/>
            <p:nvPr/>
          </p:nvGrpSpPr>
          <p:grpSpPr>
            <a:xfrm rot="10800000" flipH="1">
              <a:off x="-1225468" y="5291095"/>
              <a:ext cx="4806913" cy="664514"/>
              <a:chOff x="0" y="1232525"/>
              <a:chExt cx="4806913" cy="664514"/>
            </a:xfrm>
          </p:grpSpPr>
          <p:cxnSp>
            <p:nvCxnSpPr>
              <p:cNvPr id="360" name="Google Shape;360;g3ea087b8d5c_2_10889"/>
              <p:cNvCxnSpPr/>
              <p:nvPr/>
            </p:nvCxnSpPr>
            <p:spPr>
              <a:xfrm>
                <a:off x="0" y="1897039"/>
                <a:ext cx="2533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61" name="Google Shape;361;g3ea087b8d5c_2_10889"/>
              <p:cNvCxnSpPr/>
              <p:nvPr/>
            </p:nvCxnSpPr>
            <p:spPr>
              <a:xfrm rot="10800000" flipH="1">
                <a:off x="2520285" y="1390939"/>
                <a:ext cx="591300" cy="5061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62" name="Google Shape;362;g3ea087b8d5c_2_10889"/>
              <p:cNvCxnSpPr/>
              <p:nvPr/>
            </p:nvCxnSpPr>
            <p:spPr>
              <a:xfrm>
                <a:off x="3111690" y="1390903"/>
                <a:ext cx="13785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363" name="Google Shape;363;g3ea087b8d5c_2_10889"/>
              <p:cNvSpPr/>
              <p:nvPr/>
            </p:nvSpPr>
            <p:spPr>
              <a:xfrm>
                <a:off x="4490113" y="1232525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6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4" name="Google Shape;364;g3ea087b8d5c_2_10889"/>
            <p:cNvGrpSpPr/>
            <p:nvPr/>
          </p:nvGrpSpPr>
          <p:grpSpPr>
            <a:xfrm>
              <a:off x="-1225469" y="1860637"/>
              <a:ext cx="3835366" cy="547270"/>
              <a:chOff x="-1" y="1860637"/>
              <a:chExt cx="3835366" cy="547270"/>
            </a:xfrm>
          </p:grpSpPr>
          <p:sp>
            <p:nvSpPr>
              <p:cNvPr id="365" name="Google Shape;365;g3ea087b8d5c_2_10889"/>
              <p:cNvSpPr/>
              <p:nvPr/>
            </p:nvSpPr>
            <p:spPr>
              <a:xfrm>
                <a:off x="3518565" y="1860637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6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66" name="Google Shape;366;g3ea087b8d5c_2_10889"/>
              <p:cNvCxnSpPr/>
              <p:nvPr/>
            </p:nvCxnSpPr>
            <p:spPr>
              <a:xfrm>
                <a:off x="-1" y="2407907"/>
                <a:ext cx="19857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67" name="Google Shape;367;g3ea087b8d5c_2_10889"/>
              <p:cNvCxnSpPr/>
              <p:nvPr/>
            </p:nvCxnSpPr>
            <p:spPr>
              <a:xfrm rot="10800000" flipH="1">
                <a:off x="1974958" y="2019107"/>
                <a:ext cx="463500" cy="388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68" name="Google Shape;368;g3ea087b8d5c_2_10889"/>
              <p:cNvCxnSpPr/>
              <p:nvPr/>
            </p:nvCxnSpPr>
            <p:spPr>
              <a:xfrm>
                <a:off x="2438398" y="2019015"/>
                <a:ext cx="10803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369" name="Google Shape;369;g3ea087b8d5c_2_10889"/>
            <p:cNvGrpSpPr/>
            <p:nvPr/>
          </p:nvGrpSpPr>
          <p:grpSpPr>
            <a:xfrm rot="10800000" flipH="1">
              <a:off x="-1259888" y="4408929"/>
              <a:ext cx="3835366" cy="547270"/>
              <a:chOff x="-1" y="1860637"/>
              <a:chExt cx="3835366" cy="547270"/>
            </a:xfrm>
          </p:grpSpPr>
          <p:sp>
            <p:nvSpPr>
              <p:cNvPr id="370" name="Google Shape;370;g3ea087b8d5c_2_10889"/>
              <p:cNvSpPr/>
              <p:nvPr/>
            </p:nvSpPr>
            <p:spPr>
              <a:xfrm>
                <a:off x="3518565" y="1860637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6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71" name="Google Shape;371;g3ea087b8d5c_2_10889"/>
              <p:cNvCxnSpPr/>
              <p:nvPr/>
            </p:nvCxnSpPr>
            <p:spPr>
              <a:xfrm>
                <a:off x="-1" y="2407907"/>
                <a:ext cx="19857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72" name="Google Shape;372;g3ea087b8d5c_2_10889"/>
              <p:cNvCxnSpPr/>
              <p:nvPr/>
            </p:nvCxnSpPr>
            <p:spPr>
              <a:xfrm rot="10800000" flipH="1">
                <a:off x="1974958" y="2019107"/>
                <a:ext cx="463500" cy="388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73" name="Google Shape;373;g3ea087b8d5c_2_10889"/>
              <p:cNvCxnSpPr/>
              <p:nvPr/>
            </p:nvCxnSpPr>
            <p:spPr>
              <a:xfrm>
                <a:off x="2438398" y="2019015"/>
                <a:ext cx="10803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374" name="Google Shape;374;g3ea087b8d5c_2_10889"/>
            <p:cNvGrpSpPr/>
            <p:nvPr/>
          </p:nvGrpSpPr>
          <p:grpSpPr>
            <a:xfrm>
              <a:off x="-1252333" y="2715185"/>
              <a:ext cx="2776566" cy="436736"/>
              <a:chOff x="-26865" y="2715185"/>
              <a:chExt cx="2776566" cy="436736"/>
            </a:xfrm>
          </p:grpSpPr>
          <p:cxnSp>
            <p:nvCxnSpPr>
              <p:cNvPr id="375" name="Google Shape;375;g3ea087b8d5c_2_10889"/>
              <p:cNvCxnSpPr/>
              <p:nvPr/>
            </p:nvCxnSpPr>
            <p:spPr>
              <a:xfrm>
                <a:off x="-26865" y="3151921"/>
                <a:ext cx="1402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76" name="Google Shape;376;g3ea087b8d5c_2_10889"/>
              <p:cNvCxnSpPr/>
              <p:nvPr/>
            </p:nvCxnSpPr>
            <p:spPr>
              <a:xfrm rot="10800000" flipH="1">
                <a:off x="1368303" y="2877121"/>
                <a:ext cx="327300" cy="274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77" name="Google Shape;377;g3ea087b8d5c_2_10889"/>
              <p:cNvCxnSpPr/>
              <p:nvPr/>
            </p:nvCxnSpPr>
            <p:spPr>
              <a:xfrm>
                <a:off x="1695690" y="2877197"/>
                <a:ext cx="7632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378" name="Google Shape;378;g3ea087b8d5c_2_10889"/>
              <p:cNvSpPr/>
              <p:nvPr/>
            </p:nvSpPr>
            <p:spPr>
              <a:xfrm>
                <a:off x="2432901" y="2715185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6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9" name="Google Shape;379;g3ea087b8d5c_2_10889"/>
            <p:cNvGrpSpPr/>
            <p:nvPr/>
          </p:nvGrpSpPr>
          <p:grpSpPr>
            <a:xfrm>
              <a:off x="-1225468" y="3843225"/>
              <a:ext cx="2802416" cy="433146"/>
              <a:chOff x="-34420" y="3843718"/>
              <a:chExt cx="2802416" cy="433146"/>
            </a:xfrm>
          </p:grpSpPr>
          <p:cxnSp>
            <p:nvCxnSpPr>
              <p:cNvPr id="380" name="Google Shape;380;g3ea087b8d5c_2_10889"/>
              <p:cNvCxnSpPr/>
              <p:nvPr/>
            </p:nvCxnSpPr>
            <p:spPr>
              <a:xfrm>
                <a:off x="-34420" y="3843718"/>
                <a:ext cx="1402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81" name="Google Shape;381;g3ea087b8d5c_2_10889"/>
              <p:cNvCxnSpPr/>
              <p:nvPr/>
            </p:nvCxnSpPr>
            <p:spPr>
              <a:xfrm>
                <a:off x="1360748" y="3843718"/>
                <a:ext cx="327300" cy="274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82" name="Google Shape;382;g3ea087b8d5c_2_10889"/>
              <p:cNvCxnSpPr/>
              <p:nvPr/>
            </p:nvCxnSpPr>
            <p:spPr>
              <a:xfrm>
                <a:off x="1688135" y="4118442"/>
                <a:ext cx="7632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383" name="Google Shape;383;g3ea087b8d5c_2_10889"/>
              <p:cNvSpPr/>
              <p:nvPr/>
            </p:nvSpPr>
            <p:spPr>
              <a:xfrm>
                <a:off x="2451196" y="3960064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6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84" name="Google Shape;384;g3ea087b8d5c_2_10889"/>
          <p:cNvSpPr/>
          <p:nvPr/>
        </p:nvSpPr>
        <p:spPr>
          <a:xfrm>
            <a:off x="62038" y="4937355"/>
            <a:ext cx="175500" cy="175500"/>
          </a:xfrm>
          <a:prstGeom prst="ellipse">
            <a:avLst/>
          </a:prstGeom>
          <a:gradFill>
            <a:gsLst>
              <a:gs pos="0">
                <a:srgbClr val="0072FF"/>
              </a:gs>
              <a:gs pos="99000">
                <a:srgbClr val="00C6FF"/>
              </a:gs>
              <a:gs pos="100000">
                <a:srgbClr val="00C6FF"/>
              </a:gs>
            </a:gsLst>
            <a:lin ang="2700006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g3ea087b8d5c_2_10889"/>
          <p:cNvSpPr txBox="1">
            <a:spLocks noGrp="1"/>
          </p:cNvSpPr>
          <p:nvPr>
            <p:ph type="sldNum" idx="12"/>
          </p:nvPr>
        </p:nvSpPr>
        <p:spPr>
          <a:xfrm>
            <a:off x="43895" y="4924800"/>
            <a:ext cx="218700" cy="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6" name="Google Shape;386;g3ea087b8d5c_2_10889"/>
          <p:cNvSpPr txBox="1"/>
          <p:nvPr/>
        </p:nvSpPr>
        <p:spPr>
          <a:xfrm>
            <a:off x="3526973" y="480061"/>
            <a:ext cx="2271600" cy="484800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68575" tIns="34275" rIns="68575" bIns="3427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endParaRPr sz="2700" b="1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7" name="Google Shape;387;g3ea087b8d5c_2_10889"/>
          <p:cNvSpPr txBox="1">
            <a:spLocks noGrp="1"/>
          </p:cNvSpPr>
          <p:nvPr>
            <p:ph type="body" idx="1"/>
          </p:nvPr>
        </p:nvSpPr>
        <p:spPr>
          <a:xfrm>
            <a:off x="1525424" y="1169261"/>
            <a:ext cx="6093300" cy="3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3619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AutoNum type="arabicPeriod"/>
              <a:defRPr sz="210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88" name="Google Shape;388;g3ea087b8d5c_2_10889"/>
          <p:cNvSpPr/>
          <p:nvPr/>
        </p:nvSpPr>
        <p:spPr>
          <a:xfrm rot="10800000">
            <a:off x="13" y="83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9" name="Google Shape;389;g3ea087b8d5c_2_10889"/>
          <p:cNvGrpSpPr/>
          <p:nvPr/>
        </p:nvGrpSpPr>
        <p:grpSpPr>
          <a:xfrm>
            <a:off x="43967" y="30708"/>
            <a:ext cx="2152257" cy="664889"/>
            <a:chOff x="44974" y="27296"/>
            <a:chExt cx="2869676" cy="886519"/>
          </a:xfrm>
        </p:grpSpPr>
        <p:cxnSp>
          <p:nvCxnSpPr>
            <p:cNvPr id="390" name="Google Shape;390;g3ea087b8d5c_2_10889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391" name="Google Shape;391;g3ea087b8d5c_2_10889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392" name="Google Shape;392;g3ea087b8d5c_2_10889"/>
            <p:cNvCxnSpPr/>
            <p:nvPr/>
          </p:nvCxnSpPr>
          <p:spPr>
            <a:xfrm rot="10800000">
              <a:off x="52214" y="654015"/>
              <a:ext cx="0" cy="2598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393" name="Google Shape;393;g3ea087b8d5c_2_10889"/>
          <p:cNvSpPr txBox="1">
            <a:spLocks noGrp="1"/>
          </p:cNvSpPr>
          <p:nvPr>
            <p:ph type="dt" idx="10"/>
          </p:nvPr>
        </p:nvSpPr>
        <p:spPr>
          <a:xfrm>
            <a:off x="597017" y="4840976"/>
            <a:ext cx="15993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94" name="Google Shape;394;g3ea087b8d5c_2_10889"/>
          <p:cNvSpPr txBox="1">
            <a:spLocks noGrp="1"/>
          </p:cNvSpPr>
          <p:nvPr>
            <p:ph type="body" idx="2"/>
          </p:nvPr>
        </p:nvSpPr>
        <p:spPr>
          <a:xfrm>
            <a:off x="3644797" y="550984"/>
            <a:ext cx="20361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27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95" name="Google Shape;395;g3ea087b8d5c_2_10889"/>
          <p:cNvSpPr/>
          <p:nvPr/>
        </p:nvSpPr>
        <p:spPr>
          <a:xfrm>
            <a:off x="8692153" y="79409"/>
            <a:ext cx="366980" cy="303866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êu đề chương">
  <p:cSld name="Tiêu đề chương"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g3ea087b8d5c_2_10970" descr="Background patter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-1"/>
            <a:ext cx="9144001" cy="514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g3ea087b8d5c_2_10970"/>
          <p:cNvSpPr/>
          <p:nvPr/>
        </p:nvSpPr>
        <p:spPr>
          <a:xfrm>
            <a:off x="-1" y="-2335"/>
            <a:ext cx="9144000" cy="5143500"/>
          </a:xfrm>
          <a:prstGeom prst="rect">
            <a:avLst/>
          </a:prstGeom>
          <a:gradFill>
            <a:gsLst>
              <a:gs pos="0">
                <a:srgbClr val="0A4671">
                  <a:alpha val="74901"/>
                </a:srgbClr>
              </a:gs>
              <a:gs pos="100000">
                <a:srgbClr val="0A467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g3ea087b8d5c_2_10970"/>
          <p:cNvSpPr/>
          <p:nvPr/>
        </p:nvSpPr>
        <p:spPr>
          <a:xfrm rot="10800000">
            <a:off x="13" y="83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0" name="Google Shape;400;g3ea087b8d5c_2_10970"/>
          <p:cNvGrpSpPr/>
          <p:nvPr/>
        </p:nvGrpSpPr>
        <p:grpSpPr>
          <a:xfrm>
            <a:off x="43967" y="30708"/>
            <a:ext cx="2152257" cy="1172534"/>
            <a:chOff x="44974" y="27296"/>
            <a:chExt cx="2869676" cy="1563379"/>
          </a:xfrm>
        </p:grpSpPr>
        <p:cxnSp>
          <p:nvCxnSpPr>
            <p:cNvPr id="401" name="Google Shape;401;g3ea087b8d5c_2_10970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F7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402" name="Google Shape;402;g3ea087b8d5c_2_10970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F7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403" name="Google Shape;403;g3ea087b8d5c_2_10970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flat" cmpd="sng">
              <a:solidFill>
                <a:srgbClr val="00F7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404" name="Google Shape;404;g3ea087b8d5c_2_10970"/>
          <p:cNvSpPr/>
          <p:nvPr/>
        </p:nvSpPr>
        <p:spPr>
          <a:xfrm>
            <a:off x="8607287" y="4680817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5" name="Google Shape;405;g3ea087b8d5c_2_10970"/>
          <p:cNvGrpSpPr/>
          <p:nvPr/>
        </p:nvGrpSpPr>
        <p:grpSpPr>
          <a:xfrm rot="10800000">
            <a:off x="6947777" y="3940258"/>
            <a:ext cx="2152257" cy="1172534"/>
            <a:chOff x="44974" y="27296"/>
            <a:chExt cx="2869676" cy="1563379"/>
          </a:xfrm>
        </p:grpSpPr>
        <p:cxnSp>
          <p:nvCxnSpPr>
            <p:cNvPr id="406" name="Google Shape;406;g3ea087b8d5c_2_10970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07" name="Google Shape;407;g3ea087b8d5c_2_10970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08" name="Google Shape;408;g3ea087b8d5c_2_10970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409" name="Google Shape;409;g3ea087b8d5c_2_10970"/>
          <p:cNvSpPr/>
          <p:nvPr/>
        </p:nvSpPr>
        <p:spPr>
          <a:xfrm>
            <a:off x="8692153" y="79409"/>
            <a:ext cx="366980" cy="303866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g3ea087b8d5c_2_10970"/>
          <p:cNvSpPr txBox="1">
            <a:spLocks noGrp="1"/>
          </p:cNvSpPr>
          <p:nvPr>
            <p:ph type="body" idx="1"/>
          </p:nvPr>
        </p:nvSpPr>
        <p:spPr>
          <a:xfrm>
            <a:off x="1103197" y="1571270"/>
            <a:ext cx="7455900" cy="6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F7FF"/>
              </a:buClr>
              <a:buSzPts val="3300"/>
              <a:buNone/>
              <a:defRPr sz="3300" b="1">
                <a:solidFill>
                  <a:srgbClr val="00F7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11" name="Google Shape;411;g3ea087b8d5c_2_10970"/>
          <p:cNvSpPr txBox="1">
            <a:spLocks noGrp="1"/>
          </p:cNvSpPr>
          <p:nvPr>
            <p:ph type="body" idx="2"/>
          </p:nvPr>
        </p:nvSpPr>
        <p:spPr>
          <a:xfrm>
            <a:off x="1103197" y="2376869"/>
            <a:ext cx="7455900" cy="5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12" name="Google Shape;412;g3ea087b8d5c_2_10970"/>
          <p:cNvSpPr txBox="1">
            <a:spLocks noGrp="1"/>
          </p:cNvSpPr>
          <p:nvPr>
            <p:ph type="body" idx="3"/>
          </p:nvPr>
        </p:nvSpPr>
        <p:spPr>
          <a:xfrm>
            <a:off x="1103197" y="3103048"/>
            <a:ext cx="5360100" cy="6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13" name="Google Shape;413;g3ea087b8d5c_2_10970"/>
          <p:cNvSpPr txBox="1">
            <a:spLocks noGrp="1"/>
          </p:cNvSpPr>
          <p:nvPr>
            <p:ph type="body" idx="4"/>
          </p:nvPr>
        </p:nvSpPr>
        <p:spPr>
          <a:xfrm>
            <a:off x="6672432" y="3923927"/>
            <a:ext cx="18909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F7FF"/>
              </a:buClr>
              <a:buSzPts val="9000"/>
              <a:buNone/>
              <a:defRPr sz="9000" b="1">
                <a:solidFill>
                  <a:srgbClr val="00F7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cxnSp>
        <p:nvCxnSpPr>
          <p:cNvPr id="414" name="Google Shape;414;g3ea087b8d5c_2_10970"/>
          <p:cNvCxnSpPr/>
          <p:nvPr/>
        </p:nvCxnSpPr>
        <p:spPr>
          <a:xfrm>
            <a:off x="1180617" y="2234762"/>
            <a:ext cx="2673600" cy="0"/>
          </a:xfrm>
          <a:prstGeom prst="straightConnector1">
            <a:avLst/>
          </a:prstGeom>
          <a:noFill/>
          <a:ln w="19050" cap="rnd" cmpd="sng">
            <a:solidFill>
              <a:srgbClr val="00F7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5" name="Google Shape;415;g3ea087b8d5c_2_10970"/>
          <p:cNvSpPr txBox="1">
            <a:spLocks noGrp="1"/>
          </p:cNvSpPr>
          <p:nvPr>
            <p:ph type="dt" idx="10"/>
          </p:nvPr>
        </p:nvSpPr>
        <p:spPr>
          <a:xfrm>
            <a:off x="4545225" y="4861235"/>
            <a:ext cx="1567500" cy="1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16" name="Google Shape;416;g3ea087b8d5c_2_10970"/>
          <p:cNvSpPr txBox="1">
            <a:spLocks noGrp="1"/>
          </p:cNvSpPr>
          <p:nvPr>
            <p:ph type="ftr" idx="11"/>
          </p:nvPr>
        </p:nvSpPr>
        <p:spPr>
          <a:xfrm>
            <a:off x="628650" y="4861235"/>
            <a:ext cx="3357000" cy="1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grpSp>
        <p:nvGrpSpPr>
          <p:cNvPr id="417" name="Google Shape;417;g3ea087b8d5c_2_10970"/>
          <p:cNvGrpSpPr/>
          <p:nvPr/>
        </p:nvGrpSpPr>
        <p:grpSpPr>
          <a:xfrm>
            <a:off x="12020" y="3471966"/>
            <a:ext cx="325800" cy="1671646"/>
            <a:chOff x="16026" y="4629289"/>
            <a:chExt cx="434400" cy="2228861"/>
          </a:xfrm>
        </p:grpSpPr>
        <p:sp>
          <p:nvSpPr>
            <p:cNvPr id="418" name="Google Shape;418;g3ea087b8d5c_2_10970"/>
            <p:cNvSpPr/>
            <p:nvPr/>
          </p:nvSpPr>
          <p:spPr>
            <a:xfrm>
              <a:off x="16026" y="4629289"/>
              <a:ext cx="434400" cy="34710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" name="Google Shape;419;g3ea087b8d5c_2_10970"/>
            <p:cNvSpPr/>
            <p:nvPr/>
          </p:nvSpPr>
          <p:spPr>
            <a:xfrm>
              <a:off x="16026" y="5005641"/>
              <a:ext cx="434400" cy="34710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" name="Google Shape;420;g3ea087b8d5c_2_10970"/>
            <p:cNvSpPr/>
            <p:nvPr/>
          </p:nvSpPr>
          <p:spPr>
            <a:xfrm>
              <a:off x="16026" y="5381993"/>
              <a:ext cx="434400" cy="34710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g3ea087b8d5c_2_10970"/>
            <p:cNvSpPr/>
            <p:nvPr/>
          </p:nvSpPr>
          <p:spPr>
            <a:xfrm>
              <a:off x="16026" y="5758345"/>
              <a:ext cx="434400" cy="34710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g3ea087b8d5c_2_10970"/>
            <p:cNvSpPr/>
            <p:nvPr/>
          </p:nvSpPr>
          <p:spPr>
            <a:xfrm>
              <a:off x="16026" y="6134697"/>
              <a:ext cx="434400" cy="34710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423;g3ea087b8d5c_2_10970"/>
            <p:cNvSpPr/>
            <p:nvPr/>
          </p:nvSpPr>
          <p:spPr>
            <a:xfrm>
              <a:off x="16026" y="6511050"/>
              <a:ext cx="434400" cy="34710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4" name="Google Shape;424;g3ea087b8d5c_2_10970"/>
          <p:cNvSpPr/>
          <p:nvPr/>
        </p:nvSpPr>
        <p:spPr>
          <a:xfrm>
            <a:off x="71406" y="4937363"/>
            <a:ext cx="175500" cy="175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g3ea087b8d5c_2_10970"/>
          <p:cNvSpPr txBox="1">
            <a:spLocks noGrp="1"/>
          </p:cNvSpPr>
          <p:nvPr>
            <p:ph type="sldNum" idx="12"/>
          </p:nvPr>
        </p:nvSpPr>
        <p:spPr>
          <a:xfrm>
            <a:off x="49396" y="4906662"/>
            <a:ext cx="219300" cy="2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26" name="Google Shape;426;g3ea087b8d5c_2_10970" descr="Background patter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-1"/>
            <a:ext cx="9144001" cy="5141168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g3ea087b8d5c_2_1097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0A4671">
                  <a:alpha val="74901"/>
                </a:srgbClr>
              </a:gs>
              <a:gs pos="100000">
                <a:srgbClr val="0A467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g3ea087b8d5c_2_10970"/>
          <p:cNvSpPr/>
          <p:nvPr/>
        </p:nvSpPr>
        <p:spPr>
          <a:xfrm>
            <a:off x="12019" y="3471967"/>
            <a:ext cx="325800" cy="260400"/>
          </a:xfrm>
          <a:prstGeom prst="rect">
            <a:avLst/>
          </a:prstGeom>
          <a:solidFill>
            <a:srgbClr val="00F7FF"/>
          </a:solidFill>
          <a:ln w="9525" cap="flat" cmpd="sng">
            <a:solidFill>
              <a:srgbClr val="00F7F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g3ea087b8d5c_2_10970"/>
          <p:cNvSpPr/>
          <p:nvPr/>
        </p:nvSpPr>
        <p:spPr>
          <a:xfrm>
            <a:off x="12019" y="3754231"/>
            <a:ext cx="325800" cy="260400"/>
          </a:xfrm>
          <a:prstGeom prst="rect">
            <a:avLst/>
          </a:prstGeom>
          <a:solidFill>
            <a:srgbClr val="00F7FF"/>
          </a:solidFill>
          <a:ln w="9525" cap="flat" cmpd="sng">
            <a:solidFill>
              <a:srgbClr val="00F7F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g3ea087b8d5c_2_10970"/>
          <p:cNvSpPr/>
          <p:nvPr/>
        </p:nvSpPr>
        <p:spPr>
          <a:xfrm>
            <a:off x="12019" y="4036495"/>
            <a:ext cx="325800" cy="260400"/>
          </a:xfrm>
          <a:prstGeom prst="rect">
            <a:avLst/>
          </a:prstGeom>
          <a:solidFill>
            <a:srgbClr val="00F7FF"/>
          </a:solidFill>
          <a:ln w="9525" cap="flat" cmpd="sng">
            <a:solidFill>
              <a:srgbClr val="00F7F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g3ea087b8d5c_2_10970"/>
          <p:cNvSpPr/>
          <p:nvPr/>
        </p:nvSpPr>
        <p:spPr>
          <a:xfrm>
            <a:off x="12019" y="4318759"/>
            <a:ext cx="325800" cy="260400"/>
          </a:xfrm>
          <a:prstGeom prst="rect">
            <a:avLst/>
          </a:prstGeom>
          <a:noFill/>
          <a:ln w="9525" cap="flat" cmpd="sng">
            <a:solidFill>
              <a:srgbClr val="00F7F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g3ea087b8d5c_2_10970"/>
          <p:cNvSpPr/>
          <p:nvPr/>
        </p:nvSpPr>
        <p:spPr>
          <a:xfrm>
            <a:off x="12019" y="4601023"/>
            <a:ext cx="325800" cy="260400"/>
          </a:xfrm>
          <a:prstGeom prst="rect">
            <a:avLst/>
          </a:prstGeom>
          <a:noFill/>
          <a:ln w="9525" cap="flat" cmpd="sng">
            <a:solidFill>
              <a:srgbClr val="00F7F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g3ea087b8d5c_2_10970"/>
          <p:cNvSpPr/>
          <p:nvPr/>
        </p:nvSpPr>
        <p:spPr>
          <a:xfrm>
            <a:off x="12019" y="4883288"/>
            <a:ext cx="325800" cy="260400"/>
          </a:xfrm>
          <a:prstGeom prst="rect">
            <a:avLst/>
          </a:prstGeom>
          <a:noFill/>
          <a:ln w="9525" cap="flat" cmpd="sng">
            <a:solidFill>
              <a:srgbClr val="00F7F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g3ea087b8d5c_2_10970"/>
          <p:cNvSpPr/>
          <p:nvPr/>
        </p:nvSpPr>
        <p:spPr>
          <a:xfrm rot="10800000">
            <a:off x="13" y="83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35" name="Google Shape;435;g3ea087b8d5c_2_10970"/>
          <p:cNvGrpSpPr/>
          <p:nvPr/>
        </p:nvGrpSpPr>
        <p:grpSpPr>
          <a:xfrm>
            <a:off x="43967" y="30708"/>
            <a:ext cx="2152257" cy="1172534"/>
            <a:chOff x="44974" y="27296"/>
            <a:chExt cx="2869676" cy="1563379"/>
          </a:xfrm>
        </p:grpSpPr>
        <p:cxnSp>
          <p:nvCxnSpPr>
            <p:cNvPr id="436" name="Google Shape;436;g3ea087b8d5c_2_10970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F7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437" name="Google Shape;437;g3ea087b8d5c_2_10970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F7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438" name="Google Shape;438;g3ea087b8d5c_2_10970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flat" cmpd="sng">
              <a:solidFill>
                <a:srgbClr val="00F7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439" name="Google Shape;439;g3ea087b8d5c_2_10970"/>
          <p:cNvSpPr/>
          <p:nvPr/>
        </p:nvSpPr>
        <p:spPr>
          <a:xfrm>
            <a:off x="8607287" y="4680817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40" name="Google Shape;440;g3ea087b8d5c_2_10970"/>
          <p:cNvGrpSpPr/>
          <p:nvPr/>
        </p:nvGrpSpPr>
        <p:grpSpPr>
          <a:xfrm rot="10800000">
            <a:off x="6947777" y="3940258"/>
            <a:ext cx="2152257" cy="1172534"/>
            <a:chOff x="44974" y="27296"/>
            <a:chExt cx="2869676" cy="1563379"/>
          </a:xfrm>
        </p:grpSpPr>
        <p:cxnSp>
          <p:nvCxnSpPr>
            <p:cNvPr id="441" name="Google Shape;441;g3ea087b8d5c_2_10970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42" name="Google Shape;442;g3ea087b8d5c_2_10970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43" name="Google Shape;443;g3ea087b8d5c_2_10970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444" name="Google Shape;444;g3ea087b8d5c_2_10970"/>
          <p:cNvSpPr/>
          <p:nvPr/>
        </p:nvSpPr>
        <p:spPr>
          <a:xfrm>
            <a:off x="8692153" y="79409"/>
            <a:ext cx="366980" cy="303866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g3ea087b8d5c_2_10970"/>
          <p:cNvSpPr txBox="1">
            <a:spLocks noGrp="1"/>
          </p:cNvSpPr>
          <p:nvPr>
            <p:ph type="sldNum" idx="5"/>
          </p:nvPr>
        </p:nvSpPr>
        <p:spPr>
          <a:xfrm>
            <a:off x="8924544" y="4906662"/>
            <a:ext cx="219300" cy="2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6" name="Google Shape;446;g3ea087b8d5c_2_10970"/>
          <p:cNvSpPr txBox="1">
            <a:spLocks noGrp="1"/>
          </p:cNvSpPr>
          <p:nvPr>
            <p:ph type="body" idx="6"/>
          </p:nvPr>
        </p:nvSpPr>
        <p:spPr>
          <a:xfrm>
            <a:off x="1103197" y="1571270"/>
            <a:ext cx="4698300" cy="6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F7FF"/>
              </a:buClr>
              <a:buSzPts val="3300"/>
              <a:buNone/>
              <a:defRPr sz="3300" b="1">
                <a:solidFill>
                  <a:srgbClr val="00F7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47" name="Google Shape;447;g3ea087b8d5c_2_10970"/>
          <p:cNvSpPr txBox="1">
            <a:spLocks noGrp="1"/>
          </p:cNvSpPr>
          <p:nvPr>
            <p:ph type="body" idx="7"/>
          </p:nvPr>
        </p:nvSpPr>
        <p:spPr>
          <a:xfrm>
            <a:off x="1103197" y="2376869"/>
            <a:ext cx="6685500" cy="5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48" name="Google Shape;448;g3ea087b8d5c_2_10970"/>
          <p:cNvSpPr txBox="1">
            <a:spLocks noGrp="1"/>
          </p:cNvSpPr>
          <p:nvPr>
            <p:ph type="body" idx="8"/>
          </p:nvPr>
        </p:nvSpPr>
        <p:spPr>
          <a:xfrm>
            <a:off x="1103197" y="3103048"/>
            <a:ext cx="5360100" cy="6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cxnSp>
        <p:nvCxnSpPr>
          <p:cNvPr id="449" name="Google Shape;449;g3ea087b8d5c_2_10970"/>
          <p:cNvCxnSpPr/>
          <p:nvPr/>
        </p:nvCxnSpPr>
        <p:spPr>
          <a:xfrm>
            <a:off x="1180617" y="2234762"/>
            <a:ext cx="2673600" cy="0"/>
          </a:xfrm>
          <a:prstGeom prst="straightConnector1">
            <a:avLst/>
          </a:prstGeom>
          <a:noFill/>
          <a:ln w="19050" cap="rnd" cmpd="sng">
            <a:solidFill>
              <a:srgbClr val="00F7F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 sanh 2">
  <p:cSld name="So sanh 2"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ea087b8d5c_2_11051"/>
          <p:cNvSpPr/>
          <p:nvPr/>
        </p:nvSpPr>
        <p:spPr>
          <a:xfrm rot="10800000">
            <a:off x="-1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g3ea087b8d5c_2_11051"/>
          <p:cNvSpPr/>
          <p:nvPr/>
        </p:nvSpPr>
        <p:spPr>
          <a:xfrm rot="10800000">
            <a:off x="13" y="83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53" name="Google Shape;453;g3ea087b8d5c_2_11051"/>
          <p:cNvGrpSpPr/>
          <p:nvPr/>
        </p:nvGrpSpPr>
        <p:grpSpPr>
          <a:xfrm>
            <a:off x="43967" y="40719"/>
            <a:ext cx="2152257" cy="1172534"/>
            <a:chOff x="44974" y="27296"/>
            <a:chExt cx="2869676" cy="1563379"/>
          </a:xfrm>
        </p:grpSpPr>
        <p:cxnSp>
          <p:nvCxnSpPr>
            <p:cNvPr id="454" name="Google Shape;454;g3ea087b8d5c_2_11051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455" name="Google Shape;455;g3ea087b8d5c_2_11051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456" name="Google Shape;456;g3ea087b8d5c_2_11051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457" name="Google Shape;457;g3ea087b8d5c_2_11051"/>
          <p:cNvSpPr/>
          <p:nvPr/>
        </p:nvSpPr>
        <p:spPr>
          <a:xfrm>
            <a:off x="8607287" y="4680817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g3ea087b8d5c_2_11051"/>
          <p:cNvSpPr txBox="1">
            <a:spLocks noGrp="1"/>
          </p:cNvSpPr>
          <p:nvPr>
            <p:ph type="body" idx="1"/>
          </p:nvPr>
        </p:nvSpPr>
        <p:spPr>
          <a:xfrm>
            <a:off x="580608" y="1471961"/>
            <a:ext cx="3901500" cy="31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59" name="Google Shape;459;g3ea087b8d5c_2_11051"/>
          <p:cNvSpPr txBox="1">
            <a:spLocks noGrp="1"/>
          </p:cNvSpPr>
          <p:nvPr>
            <p:ph type="ftr" idx="11"/>
          </p:nvPr>
        </p:nvSpPr>
        <p:spPr>
          <a:xfrm>
            <a:off x="580610" y="4856715"/>
            <a:ext cx="32340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grpSp>
        <p:nvGrpSpPr>
          <p:cNvPr id="460" name="Google Shape;460;g3ea087b8d5c_2_11051"/>
          <p:cNvGrpSpPr/>
          <p:nvPr/>
        </p:nvGrpSpPr>
        <p:grpSpPr>
          <a:xfrm>
            <a:off x="12020" y="3471966"/>
            <a:ext cx="325800" cy="1671646"/>
            <a:chOff x="16026" y="4629289"/>
            <a:chExt cx="434400" cy="2228861"/>
          </a:xfrm>
        </p:grpSpPr>
        <p:sp>
          <p:nvSpPr>
            <p:cNvPr id="461" name="Google Shape;461;g3ea087b8d5c_2_11051"/>
            <p:cNvSpPr/>
            <p:nvPr/>
          </p:nvSpPr>
          <p:spPr>
            <a:xfrm>
              <a:off x="16026" y="4629289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" name="Google Shape;462;g3ea087b8d5c_2_11051"/>
            <p:cNvSpPr/>
            <p:nvPr/>
          </p:nvSpPr>
          <p:spPr>
            <a:xfrm>
              <a:off x="16026" y="5005641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" name="Google Shape;463;g3ea087b8d5c_2_11051"/>
            <p:cNvSpPr/>
            <p:nvPr/>
          </p:nvSpPr>
          <p:spPr>
            <a:xfrm>
              <a:off x="16026" y="5381993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" name="Google Shape;464;g3ea087b8d5c_2_11051"/>
            <p:cNvSpPr/>
            <p:nvPr/>
          </p:nvSpPr>
          <p:spPr>
            <a:xfrm>
              <a:off x="16026" y="5758345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" name="Google Shape;465;g3ea087b8d5c_2_11051"/>
            <p:cNvSpPr/>
            <p:nvPr/>
          </p:nvSpPr>
          <p:spPr>
            <a:xfrm>
              <a:off x="16026" y="6134697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" name="Google Shape;466;g3ea087b8d5c_2_11051"/>
            <p:cNvSpPr/>
            <p:nvPr/>
          </p:nvSpPr>
          <p:spPr>
            <a:xfrm>
              <a:off x="16026" y="6511050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7" name="Google Shape;467;g3ea087b8d5c_2_11051"/>
          <p:cNvSpPr txBox="1">
            <a:spLocks noGrp="1"/>
          </p:cNvSpPr>
          <p:nvPr>
            <p:ph type="dt" idx="10"/>
          </p:nvPr>
        </p:nvSpPr>
        <p:spPr>
          <a:xfrm>
            <a:off x="4835585" y="4856715"/>
            <a:ext cx="15675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68" name="Google Shape;468;g3ea087b8d5c_2_11051"/>
          <p:cNvSpPr/>
          <p:nvPr/>
        </p:nvSpPr>
        <p:spPr>
          <a:xfrm>
            <a:off x="8692153" y="79409"/>
            <a:ext cx="366980" cy="303866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g3ea087b8d5c_2_11051"/>
          <p:cNvSpPr/>
          <p:nvPr/>
        </p:nvSpPr>
        <p:spPr>
          <a:xfrm>
            <a:off x="69722" y="4907206"/>
            <a:ext cx="210300" cy="2103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g3ea087b8d5c_2_11051"/>
          <p:cNvSpPr txBox="1">
            <a:spLocks noGrp="1"/>
          </p:cNvSpPr>
          <p:nvPr>
            <p:ph type="sldNum" idx="12"/>
          </p:nvPr>
        </p:nvSpPr>
        <p:spPr>
          <a:xfrm>
            <a:off x="43785" y="4881269"/>
            <a:ext cx="2622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471" name="Google Shape;471;g3ea087b8d5c_2_11051"/>
          <p:cNvGrpSpPr/>
          <p:nvPr/>
        </p:nvGrpSpPr>
        <p:grpSpPr>
          <a:xfrm rot="10800000">
            <a:off x="6949022" y="3934533"/>
            <a:ext cx="2152257" cy="1172534"/>
            <a:chOff x="44974" y="27296"/>
            <a:chExt cx="2869676" cy="1563379"/>
          </a:xfrm>
        </p:grpSpPr>
        <p:cxnSp>
          <p:nvCxnSpPr>
            <p:cNvPr id="472" name="Google Shape;472;g3ea087b8d5c_2_11051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473" name="Google Shape;473;g3ea087b8d5c_2_11051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474" name="Google Shape;474;g3ea087b8d5c_2_11051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475" name="Google Shape;475;g3ea087b8d5c_2_11051"/>
          <p:cNvSpPr txBox="1">
            <a:spLocks noGrp="1"/>
          </p:cNvSpPr>
          <p:nvPr>
            <p:ph type="body" idx="2"/>
          </p:nvPr>
        </p:nvSpPr>
        <p:spPr>
          <a:xfrm>
            <a:off x="4613850" y="1467960"/>
            <a:ext cx="3901500" cy="31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76" name="Google Shape;476;g3ea087b8d5c_2_11051"/>
          <p:cNvSpPr txBox="1">
            <a:spLocks noGrp="1"/>
          </p:cNvSpPr>
          <p:nvPr>
            <p:ph type="body" idx="3"/>
          </p:nvPr>
        </p:nvSpPr>
        <p:spPr>
          <a:xfrm>
            <a:off x="580608" y="925369"/>
            <a:ext cx="3902100" cy="378600"/>
          </a:xfrm>
          <a:prstGeom prst="rect">
            <a:avLst/>
          </a:prstGeom>
          <a:gradFill>
            <a:gsLst>
              <a:gs pos="0">
                <a:srgbClr val="0072FF"/>
              </a:gs>
              <a:gs pos="99000">
                <a:srgbClr val="00C6FF"/>
              </a:gs>
              <a:gs pos="100000">
                <a:srgbClr val="00C6FF"/>
              </a:gs>
            </a:gsLst>
            <a:lin ang="2700006" scaled="0"/>
          </a:gradFill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77" name="Google Shape;477;g3ea087b8d5c_2_11051"/>
          <p:cNvSpPr txBox="1">
            <a:spLocks noGrp="1"/>
          </p:cNvSpPr>
          <p:nvPr>
            <p:ph type="body" idx="4"/>
          </p:nvPr>
        </p:nvSpPr>
        <p:spPr>
          <a:xfrm>
            <a:off x="4613255" y="925369"/>
            <a:ext cx="3902100" cy="378600"/>
          </a:xfrm>
          <a:prstGeom prst="rect">
            <a:avLst/>
          </a:prstGeom>
          <a:gradFill>
            <a:gsLst>
              <a:gs pos="0">
                <a:srgbClr val="0072FF"/>
              </a:gs>
              <a:gs pos="99000">
                <a:srgbClr val="00C6FF"/>
              </a:gs>
              <a:gs pos="100000">
                <a:srgbClr val="00C6FF"/>
              </a:gs>
            </a:gsLst>
            <a:lin ang="2700006" scaled="0"/>
          </a:gradFill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78" name="Google Shape;478;g3ea087b8d5c_2_11051"/>
          <p:cNvSpPr txBox="1">
            <a:spLocks noGrp="1"/>
          </p:cNvSpPr>
          <p:nvPr>
            <p:ph type="title"/>
          </p:nvPr>
        </p:nvSpPr>
        <p:spPr>
          <a:xfrm>
            <a:off x="580609" y="167973"/>
            <a:ext cx="7935000" cy="5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72FF"/>
              </a:buClr>
              <a:buSzPts val="3300"/>
              <a:buFont typeface="Times New Roman"/>
              <a:buNone/>
              <a:defRPr sz="33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i dung 2">
  <p:cSld name="Noi dung 2"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ea087b8d5c_2_11080"/>
          <p:cNvSpPr/>
          <p:nvPr/>
        </p:nvSpPr>
        <p:spPr>
          <a:xfrm rot="10800000">
            <a:off x="-1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g3ea087b8d5c_2_11080"/>
          <p:cNvSpPr/>
          <p:nvPr/>
        </p:nvSpPr>
        <p:spPr>
          <a:xfrm rot="10800000">
            <a:off x="13" y="83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82" name="Google Shape;482;g3ea087b8d5c_2_11080"/>
          <p:cNvGrpSpPr/>
          <p:nvPr/>
        </p:nvGrpSpPr>
        <p:grpSpPr>
          <a:xfrm>
            <a:off x="43967" y="40719"/>
            <a:ext cx="2152257" cy="1172534"/>
            <a:chOff x="44974" y="27296"/>
            <a:chExt cx="2869676" cy="1563379"/>
          </a:xfrm>
        </p:grpSpPr>
        <p:cxnSp>
          <p:nvCxnSpPr>
            <p:cNvPr id="483" name="Google Shape;483;g3ea087b8d5c_2_11080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484" name="Google Shape;484;g3ea087b8d5c_2_11080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485" name="Google Shape;485;g3ea087b8d5c_2_11080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486" name="Google Shape;486;g3ea087b8d5c_2_11080"/>
          <p:cNvSpPr/>
          <p:nvPr/>
        </p:nvSpPr>
        <p:spPr>
          <a:xfrm>
            <a:off x="8607287" y="4680817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g3ea087b8d5c_2_11080"/>
          <p:cNvSpPr txBox="1">
            <a:spLocks noGrp="1"/>
          </p:cNvSpPr>
          <p:nvPr>
            <p:ph type="title"/>
          </p:nvPr>
        </p:nvSpPr>
        <p:spPr>
          <a:xfrm>
            <a:off x="580610" y="151507"/>
            <a:ext cx="2949000" cy="12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72FF"/>
              </a:buClr>
              <a:buSzPts val="3000"/>
              <a:buFont typeface="Times New Roman"/>
              <a:buNone/>
              <a:defRPr sz="30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8" name="Google Shape;488;g3ea087b8d5c_2_11080"/>
          <p:cNvSpPr txBox="1">
            <a:spLocks noGrp="1"/>
          </p:cNvSpPr>
          <p:nvPr>
            <p:ph type="body" idx="1"/>
          </p:nvPr>
        </p:nvSpPr>
        <p:spPr>
          <a:xfrm>
            <a:off x="580608" y="1585356"/>
            <a:ext cx="2949000" cy="30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89" name="Google Shape;489;g3ea087b8d5c_2_11080"/>
          <p:cNvSpPr txBox="1">
            <a:spLocks noGrp="1"/>
          </p:cNvSpPr>
          <p:nvPr>
            <p:ph type="ftr" idx="11"/>
          </p:nvPr>
        </p:nvSpPr>
        <p:spPr>
          <a:xfrm>
            <a:off x="580610" y="4856715"/>
            <a:ext cx="32340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grpSp>
        <p:nvGrpSpPr>
          <p:cNvPr id="490" name="Google Shape;490;g3ea087b8d5c_2_11080"/>
          <p:cNvGrpSpPr/>
          <p:nvPr/>
        </p:nvGrpSpPr>
        <p:grpSpPr>
          <a:xfrm>
            <a:off x="12020" y="3471966"/>
            <a:ext cx="325800" cy="1671646"/>
            <a:chOff x="16026" y="4629289"/>
            <a:chExt cx="434400" cy="2228861"/>
          </a:xfrm>
        </p:grpSpPr>
        <p:sp>
          <p:nvSpPr>
            <p:cNvPr id="491" name="Google Shape;491;g3ea087b8d5c_2_11080"/>
            <p:cNvSpPr/>
            <p:nvPr/>
          </p:nvSpPr>
          <p:spPr>
            <a:xfrm>
              <a:off x="16026" y="4629289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2" name="Google Shape;492;g3ea087b8d5c_2_11080"/>
            <p:cNvSpPr/>
            <p:nvPr/>
          </p:nvSpPr>
          <p:spPr>
            <a:xfrm>
              <a:off x="16026" y="5005641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3" name="Google Shape;493;g3ea087b8d5c_2_11080"/>
            <p:cNvSpPr/>
            <p:nvPr/>
          </p:nvSpPr>
          <p:spPr>
            <a:xfrm>
              <a:off x="16026" y="5381993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4" name="Google Shape;494;g3ea087b8d5c_2_11080"/>
            <p:cNvSpPr/>
            <p:nvPr/>
          </p:nvSpPr>
          <p:spPr>
            <a:xfrm>
              <a:off x="16026" y="5758345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" name="Google Shape;495;g3ea087b8d5c_2_11080"/>
            <p:cNvSpPr/>
            <p:nvPr/>
          </p:nvSpPr>
          <p:spPr>
            <a:xfrm>
              <a:off x="16026" y="6134697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" name="Google Shape;496;g3ea087b8d5c_2_11080"/>
            <p:cNvSpPr/>
            <p:nvPr/>
          </p:nvSpPr>
          <p:spPr>
            <a:xfrm>
              <a:off x="16026" y="6511050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97" name="Google Shape;497;g3ea087b8d5c_2_11080"/>
          <p:cNvSpPr txBox="1">
            <a:spLocks noGrp="1"/>
          </p:cNvSpPr>
          <p:nvPr>
            <p:ph type="dt" idx="10"/>
          </p:nvPr>
        </p:nvSpPr>
        <p:spPr>
          <a:xfrm>
            <a:off x="4835585" y="4856715"/>
            <a:ext cx="15675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8" name="Google Shape;498;g3ea087b8d5c_2_11080"/>
          <p:cNvSpPr/>
          <p:nvPr/>
        </p:nvSpPr>
        <p:spPr>
          <a:xfrm>
            <a:off x="8692153" y="79409"/>
            <a:ext cx="366980" cy="303866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g3ea087b8d5c_2_11080"/>
          <p:cNvSpPr/>
          <p:nvPr/>
        </p:nvSpPr>
        <p:spPr>
          <a:xfrm>
            <a:off x="69722" y="4907206"/>
            <a:ext cx="210300" cy="2103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g3ea087b8d5c_2_11080"/>
          <p:cNvSpPr txBox="1">
            <a:spLocks noGrp="1"/>
          </p:cNvSpPr>
          <p:nvPr>
            <p:ph type="sldNum" idx="12"/>
          </p:nvPr>
        </p:nvSpPr>
        <p:spPr>
          <a:xfrm>
            <a:off x="43785" y="4881269"/>
            <a:ext cx="2622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501" name="Google Shape;501;g3ea087b8d5c_2_11080"/>
          <p:cNvGrpSpPr/>
          <p:nvPr/>
        </p:nvGrpSpPr>
        <p:grpSpPr>
          <a:xfrm rot="10800000">
            <a:off x="6949022" y="3934533"/>
            <a:ext cx="2152257" cy="1172534"/>
            <a:chOff x="44974" y="27296"/>
            <a:chExt cx="2869676" cy="1563379"/>
          </a:xfrm>
        </p:grpSpPr>
        <p:cxnSp>
          <p:nvCxnSpPr>
            <p:cNvPr id="502" name="Google Shape;502;g3ea087b8d5c_2_11080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503" name="Google Shape;503;g3ea087b8d5c_2_11080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504" name="Google Shape;504;g3ea087b8d5c_2_11080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505" name="Google Shape;505;g3ea087b8d5c_2_11080"/>
          <p:cNvSpPr txBox="1">
            <a:spLocks noGrp="1"/>
          </p:cNvSpPr>
          <p:nvPr>
            <p:ph type="body" idx="2"/>
          </p:nvPr>
        </p:nvSpPr>
        <p:spPr>
          <a:xfrm>
            <a:off x="3814450" y="151507"/>
            <a:ext cx="4701000" cy="44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ình ảnh">
  <p:cSld name="Hình ảnh"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ea087b8d5c_2_11107"/>
          <p:cNvSpPr/>
          <p:nvPr/>
        </p:nvSpPr>
        <p:spPr>
          <a:xfrm rot="10800000">
            <a:off x="-1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g3ea087b8d5c_2_11107"/>
          <p:cNvSpPr/>
          <p:nvPr/>
        </p:nvSpPr>
        <p:spPr>
          <a:xfrm rot="10800000">
            <a:off x="13" y="83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09" name="Google Shape;509;g3ea087b8d5c_2_11107"/>
          <p:cNvGrpSpPr/>
          <p:nvPr/>
        </p:nvGrpSpPr>
        <p:grpSpPr>
          <a:xfrm>
            <a:off x="43967" y="40719"/>
            <a:ext cx="2152257" cy="1172534"/>
            <a:chOff x="44974" y="27296"/>
            <a:chExt cx="2869676" cy="1563379"/>
          </a:xfrm>
        </p:grpSpPr>
        <p:cxnSp>
          <p:nvCxnSpPr>
            <p:cNvPr id="510" name="Google Shape;510;g3ea087b8d5c_2_11107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511" name="Google Shape;511;g3ea087b8d5c_2_11107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512" name="Google Shape;512;g3ea087b8d5c_2_11107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513" name="Google Shape;513;g3ea087b8d5c_2_11107"/>
          <p:cNvSpPr/>
          <p:nvPr/>
        </p:nvSpPr>
        <p:spPr>
          <a:xfrm>
            <a:off x="8607287" y="4680817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g3ea087b8d5c_2_11107"/>
          <p:cNvSpPr txBox="1">
            <a:spLocks noGrp="1"/>
          </p:cNvSpPr>
          <p:nvPr>
            <p:ph type="title"/>
          </p:nvPr>
        </p:nvSpPr>
        <p:spPr>
          <a:xfrm>
            <a:off x="580610" y="151507"/>
            <a:ext cx="2949000" cy="12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72FF"/>
              </a:buClr>
              <a:buSzPts val="3000"/>
              <a:buFont typeface="Times New Roman"/>
              <a:buNone/>
              <a:defRPr sz="30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15" name="Google Shape;515;g3ea087b8d5c_2_11107"/>
          <p:cNvSpPr txBox="1">
            <a:spLocks noGrp="1"/>
          </p:cNvSpPr>
          <p:nvPr>
            <p:ph type="body" idx="1"/>
          </p:nvPr>
        </p:nvSpPr>
        <p:spPr>
          <a:xfrm>
            <a:off x="580608" y="1585356"/>
            <a:ext cx="2949000" cy="30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16" name="Google Shape;516;g3ea087b8d5c_2_11107"/>
          <p:cNvSpPr txBox="1">
            <a:spLocks noGrp="1"/>
          </p:cNvSpPr>
          <p:nvPr>
            <p:ph type="ftr" idx="11"/>
          </p:nvPr>
        </p:nvSpPr>
        <p:spPr>
          <a:xfrm>
            <a:off x="580610" y="4856715"/>
            <a:ext cx="32340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grpSp>
        <p:nvGrpSpPr>
          <p:cNvPr id="517" name="Google Shape;517;g3ea087b8d5c_2_11107"/>
          <p:cNvGrpSpPr/>
          <p:nvPr/>
        </p:nvGrpSpPr>
        <p:grpSpPr>
          <a:xfrm>
            <a:off x="12020" y="3471966"/>
            <a:ext cx="325800" cy="1671646"/>
            <a:chOff x="16026" y="4629289"/>
            <a:chExt cx="434400" cy="2228861"/>
          </a:xfrm>
        </p:grpSpPr>
        <p:sp>
          <p:nvSpPr>
            <p:cNvPr id="518" name="Google Shape;518;g3ea087b8d5c_2_11107"/>
            <p:cNvSpPr/>
            <p:nvPr/>
          </p:nvSpPr>
          <p:spPr>
            <a:xfrm>
              <a:off x="16026" y="4629289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" name="Google Shape;519;g3ea087b8d5c_2_11107"/>
            <p:cNvSpPr/>
            <p:nvPr/>
          </p:nvSpPr>
          <p:spPr>
            <a:xfrm>
              <a:off x="16026" y="5005641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0" name="Google Shape;520;g3ea087b8d5c_2_11107"/>
            <p:cNvSpPr/>
            <p:nvPr/>
          </p:nvSpPr>
          <p:spPr>
            <a:xfrm>
              <a:off x="16026" y="5381993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1" name="Google Shape;521;g3ea087b8d5c_2_11107"/>
            <p:cNvSpPr/>
            <p:nvPr/>
          </p:nvSpPr>
          <p:spPr>
            <a:xfrm>
              <a:off x="16026" y="5758345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" name="Google Shape;522;g3ea087b8d5c_2_11107"/>
            <p:cNvSpPr/>
            <p:nvPr/>
          </p:nvSpPr>
          <p:spPr>
            <a:xfrm>
              <a:off x="16026" y="6134697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3" name="Google Shape;523;g3ea087b8d5c_2_11107"/>
            <p:cNvSpPr/>
            <p:nvPr/>
          </p:nvSpPr>
          <p:spPr>
            <a:xfrm>
              <a:off x="16026" y="6511050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24" name="Google Shape;524;g3ea087b8d5c_2_11107"/>
          <p:cNvSpPr txBox="1">
            <a:spLocks noGrp="1"/>
          </p:cNvSpPr>
          <p:nvPr>
            <p:ph type="dt" idx="10"/>
          </p:nvPr>
        </p:nvSpPr>
        <p:spPr>
          <a:xfrm>
            <a:off x="4835585" y="4856715"/>
            <a:ext cx="15675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5" name="Google Shape;525;g3ea087b8d5c_2_11107"/>
          <p:cNvSpPr/>
          <p:nvPr/>
        </p:nvSpPr>
        <p:spPr>
          <a:xfrm>
            <a:off x="8692153" y="79409"/>
            <a:ext cx="366980" cy="303866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g3ea087b8d5c_2_11107"/>
          <p:cNvSpPr/>
          <p:nvPr/>
        </p:nvSpPr>
        <p:spPr>
          <a:xfrm>
            <a:off x="69722" y="4907206"/>
            <a:ext cx="210300" cy="2103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g3ea087b8d5c_2_11107"/>
          <p:cNvSpPr txBox="1">
            <a:spLocks noGrp="1"/>
          </p:cNvSpPr>
          <p:nvPr>
            <p:ph type="sldNum" idx="12"/>
          </p:nvPr>
        </p:nvSpPr>
        <p:spPr>
          <a:xfrm>
            <a:off x="43785" y="4881269"/>
            <a:ext cx="2622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528" name="Google Shape;528;g3ea087b8d5c_2_11107"/>
          <p:cNvGrpSpPr/>
          <p:nvPr/>
        </p:nvGrpSpPr>
        <p:grpSpPr>
          <a:xfrm rot="10800000">
            <a:off x="6949022" y="3934533"/>
            <a:ext cx="2152257" cy="1172534"/>
            <a:chOff x="44974" y="27296"/>
            <a:chExt cx="2869676" cy="1563379"/>
          </a:xfrm>
        </p:grpSpPr>
        <p:cxnSp>
          <p:nvCxnSpPr>
            <p:cNvPr id="529" name="Google Shape;529;g3ea087b8d5c_2_11107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530" name="Google Shape;530;g3ea087b8d5c_2_11107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531" name="Google Shape;531;g3ea087b8d5c_2_11107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532" name="Google Shape;532;g3ea087b8d5c_2_11107"/>
          <p:cNvSpPr>
            <a:spLocks noGrp="1"/>
          </p:cNvSpPr>
          <p:nvPr>
            <p:ph type="pic" idx="2"/>
          </p:nvPr>
        </p:nvSpPr>
        <p:spPr>
          <a:xfrm>
            <a:off x="3870280" y="151507"/>
            <a:ext cx="4677900" cy="4482600"/>
          </a:xfrm>
          <a:prstGeom prst="roundRect">
            <a:avLst>
              <a:gd name="adj" fmla="val 574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g trong 1">
  <p:cSld name="Trang trong 1"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ea087b8d5c_2_11134"/>
          <p:cNvSpPr/>
          <p:nvPr/>
        </p:nvSpPr>
        <p:spPr>
          <a:xfrm>
            <a:off x="8607287" y="4680817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35" name="Google Shape;535;g3ea087b8d5c_2_11134"/>
          <p:cNvGrpSpPr/>
          <p:nvPr/>
        </p:nvGrpSpPr>
        <p:grpSpPr>
          <a:xfrm rot="10800000">
            <a:off x="6947777" y="4447903"/>
            <a:ext cx="2152257" cy="664889"/>
            <a:chOff x="44974" y="27296"/>
            <a:chExt cx="2869676" cy="886519"/>
          </a:xfrm>
        </p:grpSpPr>
        <p:cxnSp>
          <p:nvCxnSpPr>
            <p:cNvPr id="536" name="Google Shape;536;g3ea087b8d5c_2_11134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37" name="Google Shape;537;g3ea087b8d5c_2_11134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38" name="Google Shape;538;g3ea087b8d5c_2_11134"/>
            <p:cNvCxnSpPr/>
            <p:nvPr/>
          </p:nvCxnSpPr>
          <p:spPr>
            <a:xfrm rot="10800000">
              <a:off x="52214" y="654015"/>
              <a:ext cx="0" cy="25980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539" name="Google Shape;539;g3ea087b8d5c_2_11134"/>
          <p:cNvSpPr/>
          <p:nvPr/>
        </p:nvSpPr>
        <p:spPr>
          <a:xfrm>
            <a:off x="16639" y="4937355"/>
            <a:ext cx="175500" cy="175500"/>
          </a:xfrm>
          <a:prstGeom prst="ellipse">
            <a:avLst/>
          </a:prstGeom>
          <a:gradFill>
            <a:gsLst>
              <a:gs pos="0">
                <a:srgbClr val="0072FF"/>
              </a:gs>
              <a:gs pos="99000">
                <a:srgbClr val="00C6FF"/>
              </a:gs>
              <a:gs pos="100000">
                <a:srgbClr val="00C6FF"/>
              </a:gs>
            </a:gsLst>
            <a:lin ang="2700006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g3ea087b8d5c_2_11134"/>
          <p:cNvSpPr txBox="1">
            <a:spLocks noGrp="1"/>
          </p:cNvSpPr>
          <p:nvPr>
            <p:ph type="sldNum" idx="12"/>
          </p:nvPr>
        </p:nvSpPr>
        <p:spPr>
          <a:xfrm>
            <a:off x="-1504" y="4924800"/>
            <a:ext cx="218700" cy="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1" name="Google Shape;541;g3ea087b8d5c_2_11134"/>
          <p:cNvSpPr/>
          <p:nvPr/>
        </p:nvSpPr>
        <p:spPr>
          <a:xfrm rot="10800000">
            <a:off x="13" y="83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42" name="Google Shape;542;g3ea087b8d5c_2_11134"/>
          <p:cNvGrpSpPr/>
          <p:nvPr/>
        </p:nvGrpSpPr>
        <p:grpSpPr>
          <a:xfrm>
            <a:off x="43967" y="30708"/>
            <a:ext cx="2152257" cy="664889"/>
            <a:chOff x="44974" y="27296"/>
            <a:chExt cx="2869676" cy="886519"/>
          </a:xfrm>
        </p:grpSpPr>
        <p:cxnSp>
          <p:nvCxnSpPr>
            <p:cNvPr id="543" name="Google Shape;543;g3ea087b8d5c_2_11134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544" name="Google Shape;544;g3ea087b8d5c_2_11134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545" name="Google Shape;545;g3ea087b8d5c_2_11134"/>
            <p:cNvCxnSpPr/>
            <p:nvPr/>
          </p:nvCxnSpPr>
          <p:spPr>
            <a:xfrm rot="10800000">
              <a:off x="52214" y="654015"/>
              <a:ext cx="0" cy="2598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546" name="Google Shape;546;g3ea087b8d5c_2_11134"/>
          <p:cNvSpPr/>
          <p:nvPr/>
        </p:nvSpPr>
        <p:spPr>
          <a:xfrm>
            <a:off x="8692153" y="79409"/>
            <a:ext cx="366980" cy="303866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g3ea087b8d5c_2_11134"/>
          <p:cNvSpPr txBox="1">
            <a:spLocks noGrp="1"/>
          </p:cNvSpPr>
          <p:nvPr>
            <p:ph type="ftr" idx="11"/>
          </p:nvPr>
        </p:nvSpPr>
        <p:spPr>
          <a:xfrm>
            <a:off x="580610" y="4856715"/>
            <a:ext cx="32340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48" name="Google Shape;548;g3ea087b8d5c_2_11134"/>
          <p:cNvSpPr txBox="1">
            <a:spLocks noGrp="1"/>
          </p:cNvSpPr>
          <p:nvPr>
            <p:ph type="dt" idx="10"/>
          </p:nvPr>
        </p:nvSpPr>
        <p:spPr>
          <a:xfrm>
            <a:off x="4835585" y="4856715"/>
            <a:ext cx="15675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g trong 2">
  <p:cSld name="Trang trong 2"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ea087b8d5c_2_11150"/>
          <p:cNvSpPr/>
          <p:nvPr/>
        </p:nvSpPr>
        <p:spPr>
          <a:xfrm>
            <a:off x="16639" y="4937355"/>
            <a:ext cx="175500" cy="175500"/>
          </a:xfrm>
          <a:prstGeom prst="ellipse">
            <a:avLst/>
          </a:prstGeom>
          <a:gradFill>
            <a:gsLst>
              <a:gs pos="0">
                <a:srgbClr val="0072FF"/>
              </a:gs>
              <a:gs pos="99000">
                <a:srgbClr val="00C6FF"/>
              </a:gs>
              <a:gs pos="100000">
                <a:srgbClr val="00C6FF"/>
              </a:gs>
            </a:gsLst>
            <a:lin ang="2700006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g3ea087b8d5c_2_11150"/>
          <p:cNvSpPr txBox="1">
            <a:spLocks noGrp="1"/>
          </p:cNvSpPr>
          <p:nvPr>
            <p:ph type="sldNum" idx="12"/>
          </p:nvPr>
        </p:nvSpPr>
        <p:spPr>
          <a:xfrm>
            <a:off x="-1504" y="4924800"/>
            <a:ext cx="218700" cy="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êu đề">
  <p:cSld name="1_Tiêu đề"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ea087b8d5c_2_11153"/>
          <p:cNvSpPr txBox="1">
            <a:spLocks noGrp="1"/>
          </p:cNvSpPr>
          <p:nvPr>
            <p:ph type="ftr" idx="11"/>
          </p:nvPr>
        </p:nvSpPr>
        <p:spPr>
          <a:xfrm>
            <a:off x="1765260" y="4860472"/>
            <a:ext cx="3216300" cy="1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54" name="Google Shape;554;g3ea087b8d5c_2_11153"/>
          <p:cNvSpPr/>
          <p:nvPr/>
        </p:nvSpPr>
        <p:spPr>
          <a:xfrm rot="10800000">
            <a:off x="-1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12192000" y="304800"/>
                </a:moveTo>
                <a:lnTo>
                  <a:pt x="9909279" y="304800"/>
                </a:lnTo>
                <a:lnTo>
                  <a:pt x="9732789" y="152400"/>
                </a:lnTo>
                <a:lnTo>
                  <a:pt x="5617499" y="152400"/>
                </a:lnTo>
                <a:lnTo>
                  <a:pt x="5441009" y="0"/>
                </a:lnTo>
                <a:lnTo>
                  <a:pt x="12192000" y="0"/>
                </a:lnTo>
                <a:close/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1999" y="6858000"/>
                </a:moveTo>
                <a:lnTo>
                  <a:pt x="11476382" y="6858000"/>
                </a:lnTo>
                <a:lnTo>
                  <a:pt x="12191999" y="6241089"/>
                </a:lnTo>
                <a:close/>
                <a:moveTo>
                  <a:pt x="6750991" y="6858000"/>
                </a:moveTo>
                <a:lnTo>
                  <a:pt x="0" y="6858000"/>
                </a:lnTo>
                <a:lnTo>
                  <a:pt x="0" y="6553200"/>
                </a:lnTo>
                <a:lnTo>
                  <a:pt x="2282721" y="6553200"/>
                </a:lnTo>
                <a:lnTo>
                  <a:pt x="2459211" y="6705600"/>
                </a:lnTo>
                <a:lnTo>
                  <a:pt x="6574500" y="670560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g3ea087b8d5c_2_11153"/>
          <p:cNvSpPr/>
          <p:nvPr/>
        </p:nvSpPr>
        <p:spPr>
          <a:xfrm rot="10800000">
            <a:off x="13" y="83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56" name="Google Shape;556;g3ea087b8d5c_2_11153"/>
          <p:cNvGrpSpPr/>
          <p:nvPr/>
        </p:nvGrpSpPr>
        <p:grpSpPr>
          <a:xfrm>
            <a:off x="43967" y="30708"/>
            <a:ext cx="2152257" cy="1172534"/>
            <a:chOff x="44974" y="27296"/>
            <a:chExt cx="2869676" cy="1563379"/>
          </a:xfrm>
        </p:grpSpPr>
        <p:cxnSp>
          <p:nvCxnSpPr>
            <p:cNvPr id="557" name="Google Shape;557;g3ea087b8d5c_2_11153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558" name="Google Shape;558;g3ea087b8d5c_2_11153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559" name="Google Shape;559;g3ea087b8d5c_2_11153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560" name="Google Shape;560;g3ea087b8d5c_2_11153"/>
          <p:cNvSpPr/>
          <p:nvPr/>
        </p:nvSpPr>
        <p:spPr>
          <a:xfrm>
            <a:off x="8607287" y="4680817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61" name="Google Shape;561;g3ea087b8d5c_2_11153"/>
          <p:cNvGrpSpPr/>
          <p:nvPr/>
        </p:nvGrpSpPr>
        <p:grpSpPr>
          <a:xfrm rot="10800000">
            <a:off x="6947777" y="3940258"/>
            <a:ext cx="2152257" cy="1172534"/>
            <a:chOff x="44974" y="27296"/>
            <a:chExt cx="2869676" cy="1563379"/>
          </a:xfrm>
        </p:grpSpPr>
        <p:cxnSp>
          <p:nvCxnSpPr>
            <p:cNvPr id="562" name="Google Shape;562;g3ea087b8d5c_2_11153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63" name="Google Shape;563;g3ea087b8d5c_2_11153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64" name="Google Shape;564;g3ea087b8d5c_2_11153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565" name="Google Shape;565;g3ea087b8d5c_2_11153"/>
          <p:cNvSpPr/>
          <p:nvPr/>
        </p:nvSpPr>
        <p:spPr>
          <a:xfrm flipH="1">
            <a:off x="4080757" y="0"/>
            <a:ext cx="5063243" cy="228600"/>
          </a:xfrm>
          <a:custGeom>
            <a:avLst/>
            <a:gdLst/>
            <a:ahLst/>
            <a:cxnLst/>
            <a:rect l="l" t="t" r="r" b="b"/>
            <a:pathLst>
              <a:path w="6750991" h="304800" extrusionOk="0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g3ea087b8d5c_2_11153"/>
          <p:cNvSpPr/>
          <p:nvPr/>
        </p:nvSpPr>
        <p:spPr>
          <a:xfrm rot="10800000" flipH="1">
            <a:off x="0" y="4914900"/>
            <a:ext cx="5063243" cy="228600"/>
          </a:xfrm>
          <a:custGeom>
            <a:avLst/>
            <a:gdLst/>
            <a:ahLst/>
            <a:cxnLst/>
            <a:rect l="l" t="t" r="r" b="b"/>
            <a:pathLst>
              <a:path w="6750991" h="304800" extrusionOk="0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7" name="Google Shape;567;g3ea087b8d5c_2_11153" descr="A picture containing clipart, vector graphic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9479" y="271978"/>
            <a:ext cx="408216" cy="33766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g3ea087b8d5c_2_11153"/>
          <p:cNvSpPr txBox="1"/>
          <p:nvPr/>
        </p:nvSpPr>
        <p:spPr>
          <a:xfrm>
            <a:off x="717695" y="244600"/>
            <a:ext cx="29976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rPr>
              <a:t>ĐẠI HỌC QUỐC GIA TP. HỒ CHÍ MINH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rPr>
              <a:t>TRƯỜNG ĐẠI HỌC CÔNG NGHỆ THÔNG TIN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g3ea087b8d5c_2_11153"/>
          <p:cNvSpPr/>
          <p:nvPr/>
        </p:nvSpPr>
        <p:spPr>
          <a:xfrm>
            <a:off x="8943443" y="4937355"/>
            <a:ext cx="175500" cy="175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g3ea087b8d5c_2_11153"/>
          <p:cNvSpPr txBox="1">
            <a:spLocks noGrp="1"/>
          </p:cNvSpPr>
          <p:nvPr>
            <p:ph type="sldNum" idx="12"/>
          </p:nvPr>
        </p:nvSpPr>
        <p:spPr>
          <a:xfrm>
            <a:off x="8920769" y="4924801"/>
            <a:ext cx="218700" cy="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1" name="Google Shape;571;g3ea087b8d5c_2_11153"/>
          <p:cNvSpPr txBox="1">
            <a:spLocks noGrp="1"/>
          </p:cNvSpPr>
          <p:nvPr>
            <p:ph type="body" idx="1"/>
          </p:nvPr>
        </p:nvSpPr>
        <p:spPr>
          <a:xfrm>
            <a:off x="1388105" y="1656119"/>
            <a:ext cx="6367800" cy="5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300"/>
              <a:buNone/>
              <a:defRPr sz="33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72" name="Google Shape;572;g3ea087b8d5c_2_11153"/>
          <p:cNvSpPr txBox="1">
            <a:spLocks noGrp="1"/>
          </p:cNvSpPr>
          <p:nvPr>
            <p:ph type="body" idx="2"/>
          </p:nvPr>
        </p:nvSpPr>
        <p:spPr>
          <a:xfrm>
            <a:off x="657743" y="2279591"/>
            <a:ext cx="7828500" cy="3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46"/>
              </a:buClr>
              <a:buSzPts val="1500"/>
              <a:buNone/>
              <a:defRPr sz="1500" b="1">
                <a:solidFill>
                  <a:srgbClr val="00004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73" name="Google Shape;573;g3ea087b8d5c_2_11153"/>
          <p:cNvSpPr txBox="1">
            <a:spLocks noGrp="1"/>
          </p:cNvSpPr>
          <p:nvPr>
            <p:ph type="body" idx="3"/>
          </p:nvPr>
        </p:nvSpPr>
        <p:spPr>
          <a:xfrm>
            <a:off x="3510728" y="3722286"/>
            <a:ext cx="2122800" cy="258900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6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 b="1" i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74" name="Google Shape;574;g3ea087b8d5c_2_11153"/>
          <p:cNvSpPr txBox="1">
            <a:spLocks noGrp="1"/>
          </p:cNvSpPr>
          <p:nvPr>
            <p:ph type="body" idx="4"/>
          </p:nvPr>
        </p:nvSpPr>
        <p:spPr>
          <a:xfrm>
            <a:off x="1388105" y="2723108"/>
            <a:ext cx="6367800" cy="4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900"/>
              <a:buNone/>
              <a:defRPr sz="900">
                <a:solidFill>
                  <a:srgbClr val="BFBFB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75" name="Google Shape;575;g3ea087b8d5c_2_11153"/>
          <p:cNvSpPr txBox="1">
            <a:spLocks noGrp="1"/>
          </p:cNvSpPr>
          <p:nvPr>
            <p:ph type="dt" idx="10"/>
          </p:nvPr>
        </p:nvSpPr>
        <p:spPr>
          <a:xfrm>
            <a:off x="5075855" y="4857749"/>
            <a:ext cx="1872000" cy="1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i dung">
  <p:cSld name="Noi dung (g3ea087b8d5c_47_0)"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ea087b8d5c_2_11177"/>
          <p:cNvSpPr txBox="1">
            <a:spLocks noGrp="1"/>
          </p:cNvSpPr>
          <p:nvPr>
            <p:ph type="title"/>
          </p:nvPr>
        </p:nvSpPr>
        <p:spPr>
          <a:xfrm>
            <a:off x="580609" y="167973"/>
            <a:ext cx="7935000" cy="5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72FF"/>
              </a:buClr>
              <a:buSzPts val="3300"/>
              <a:buFont typeface="Times New Roman"/>
              <a:buNone/>
              <a:defRPr sz="33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78" name="Google Shape;578;g3ea087b8d5c_2_11177"/>
          <p:cNvSpPr txBox="1">
            <a:spLocks noGrp="1"/>
          </p:cNvSpPr>
          <p:nvPr>
            <p:ph type="body" idx="1"/>
          </p:nvPr>
        </p:nvSpPr>
        <p:spPr>
          <a:xfrm>
            <a:off x="580609" y="925368"/>
            <a:ext cx="7935000" cy="3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79" name="Google Shape;579;g3ea087b8d5c_2_11177"/>
          <p:cNvSpPr txBox="1">
            <a:spLocks noGrp="1"/>
          </p:cNvSpPr>
          <p:nvPr>
            <p:ph type="ftr" idx="11"/>
          </p:nvPr>
        </p:nvSpPr>
        <p:spPr>
          <a:xfrm>
            <a:off x="580610" y="4856715"/>
            <a:ext cx="32340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0" name="Google Shape;580;g3ea087b8d5c_2_11177"/>
          <p:cNvSpPr txBox="1">
            <a:spLocks noGrp="1"/>
          </p:cNvSpPr>
          <p:nvPr>
            <p:ph type="dt" idx="10"/>
          </p:nvPr>
        </p:nvSpPr>
        <p:spPr>
          <a:xfrm>
            <a:off x="4835585" y="4856715"/>
            <a:ext cx="15675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1" name="Google Shape;581;g3ea087b8d5c_2_11177"/>
          <p:cNvSpPr txBox="1">
            <a:spLocks noGrp="1"/>
          </p:cNvSpPr>
          <p:nvPr>
            <p:ph type="sldNum" idx="12"/>
          </p:nvPr>
        </p:nvSpPr>
        <p:spPr>
          <a:xfrm>
            <a:off x="43785" y="4881269"/>
            <a:ext cx="2622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i dung 1">
  <p:cSld name="Noi dung (g3ea087b8d5c_40_0)"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ea087b8d5c_2_11804"/>
          <p:cNvSpPr txBox="1">
            <a:spLocks noGrp="1"/>
          </p:cNvSpPr>
          <p:nvPr>
            <p:ph type="title"/>
          </p:nvPr>
        </p:nvSpPr>
        <p:spPr>
          <a:xfrm>
            <a:off x="580609" y="167973"/>
            <a:ext cx="7935000" cy="5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72FF"/>
              </a:buClr>
              <a:buSzPts val="3300"/>
              <a:buFont typeface="Times New Roman"/>
              <a:buNone/>
              <a:defRPr sz="33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4" name="Google Shape;584;g3ea087b8d5c_2_11804"/>
          <p:cNvSpPr txBox="1">
            <a:spLocks noGrp="1"/>
          </p:cNvSpPr>
          <p:nvPr>
            <p:ph type="body" idx="1"/>
          </p:nvPr>
        </p:nvSpPr>
        <p:spPr>
          <a:xfrm>
            <a:off x="580609" y="925368"/>
            <a:ext cx="7935000" cy="3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85" name="Google Shape;585;g3ea087b8d5c_2_11804"/>
          <p:cNvSpPr txBox="1">
            <a:spLocks noGrp="1"/>
          </p:cNvSpPr>
          <p:nvPr>
            <p:ph type="ftr" idx="11"/>
          </p:nvPr>
        </p:nvSpPr>
        <p:spPr>
          <a:xfrm>
            <a:off x="580610" y="4856715"/>
            <a:ext cx="32340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6" name="Google Shape;586;g3ea087b8d5c_2_11804"/>
          <p:cNvSpPr txBox="1">
            <a:spLocks noGrp="1"/>
          </p:cNvSpPr>
          <p:nvPr>
            <p:ph type="dt" idx="10"/>
          </p:nvPr>
        </p:nvSpPr>
        <p:spPr>
          <a:xfrm>
            <a:off x="4835585" y="4856715"/>
            <a:ext cx="15675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7" name="Google Shape;587;g3ea087b8d5c_2_11804"/>
          <p:cNvSpPr txBox="1">
            <a:spLocks noGrp="1"/>
          </p:cNvSpPr>
          <p:nvPr>
            <p:ph type="sldNum" idx="12"/>
          </p:nvPr>
        </p:nvSpPr>
        <p:spPr>
          <a:xfrm>
            <a:off x="43785" y="4881269"/>
            <a:ext cx="2622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i dung 1 1">
  <p:cSld name="Noi dung (g3ea087b8d5c_33_0)"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ea087b8d5c_2_11810"/>
          <p:cNvSpPr txBox="1">
            <a:spLocks noGrp="1"/>
          </p:cNvSpPr>
          <p:nvPr>
            <p:ph type="title"/>
          </p:nvPr>
        </p:nvSpPr>
        <p:spPr>
          <a:xfrm>
            <a:off x="580609" y="167973"/>
            <a:ext cx="7935000" cy="5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72FF"/>
              </a:buClr>
              <a:buSzPts val="3300"/>
              <a:buFont typeface="Times New Roman"/>
              <a:buNone/>
              <a:defRPr sz="33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0" name="Google Shape;590;g3ea087b8d5c_2_11810"/>
          <p:cNvSpPr txBox="1">
            <a:spLocks noGrp="1"/>
          </p:cNvSpPr>
          <p:nvPr>
            <p:ph type="body" idx="1"/>
          </p:nvPr>
        </p:nvSpPr>
        <p:spPr>
          <a:xfrm>
            <a:off x="580609" y="925368"/>
            <a:ext cx="7935000" cy="3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91" name="Google Shape;591;g3ea087b8d5c_2_11810"/>
          <p:cNvSpPr txBox="1">
            <a:spLocks noGrp="1"/>
          </p:cNvSpPr>
          <p:nvPr>
            <p:ph type="ftr" idx="11"/>
          </p:nvPr>
        </p:nvSpPr>
        <p:spPr>
          <a:xfrm>
            <a:off x="580610" y="4856715"/>
            <a:ext cx="32340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2" name="Google Shape;592;g3ea087b8d5c_2_11810"/>
          <p:cNvSpPr txBox="1">
            <a:spLocks noGrp="1"/>
          </p:cNvSpPr>
          <p:nvPr>
            <p:ph type="dt" idx="10"/>
          </p:nvPr>
        </p:nvSpPr>
        <p:spPr>
          <a:xfrm>
            <a:off x="4835585" y="4856715"/>
            <a:ext cx="15675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3" name="Google Shape;593;g3ea087b8d5c_2_11810"/>
          <p:cNvSpPr txBox="1">
            <a:spLocks noGrp="1"/>
          </p:cNvSpPr>
          <p:nvPr>
            <p:ph type="sldNum" idx="12"/>
          </p:nvPr>
        </p:nvSpPr>
        <p:spPr>
          <a:xfrm>
            <a:off x="43785" y="4881269"/>
            <a:ext cx="2622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i dung 1 1 1">
  <p:cSld name="Noi dung (g3ea087b8d5c_26_0)"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ea087b8d5c_2_11816"/>
          <p:cNvSpPr txBox="1">
            <a:spLocks noGrp="1"/>
          </p:cNvSpPr>
          <p:nvPr>
            <p:ph type="title"/>
          </p:nvPr>
        </p:nvSpPr>
        <p:spPr>
          <a:xfrm>
            <a:off x="580609" y="167973"/>
            <a:ext cx="7935000" cy="5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72FF"/>
              </a:buClr>
              <a:buSzPts val="3300"/>
              <a:buFont typeface="Times New Roman"/>
              <a:buNone/>
              <a:defRPr sz="33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6" name="Google Shape;596;g3ea087b8d5c_2_11816"/>
          <p:cNvSpPr txBox="1">
            <a:spLocks noGrp="1"/>
          </p:cNvSpPr>
          <p:nvPr>
            <p:ph type="body" idx="1"/>
          </p:nvPr>
        </p:nvSpPr>
        <p:spPr>
          <a:xfrm>
            <a:off x="580609" y="925368"/>
            <a:ext cx="7935000" cy="3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97" name="Google Shape;597;g3ea087b8d5c_2_11816"/>
          <p:cNvSpPr txBox="1">
            <a:spLocks noGrp="1"/>
          </p:cNvSpPr>
          <p:nvPr>
            <p:ph type="ftr" idx="11"/>
          </p:nvPr>
        </p:nvSpPr>
        <p:spPr>
          <a:xfrm>
            <a:off x="580610" y="4856715"/>
            <a:ext cx="32340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8" name="Google Shape;598;g3ea087b8d5c_2_11816"/>
          <p:cNvSpPr txBox="1">
            <a:spLocks noGrp="1"/>
          </p:cNvSpPr>
          <p:nvPr>
            <p:ph type="dt" idx="10"/>
          </p:nvPr>
        </p:nvSpPr>
        <p:spPr>
          <a:xfrm>
            <a:off x="4835585" y="4856715"/>
            <a:ext cx="15675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9" name="Google Shape;599;g3ea087b8d5c_2_11816"/>
          <p:cNvSpPr txBox="1">
            <a:spLocks noGrp="1"/>
          </p:cNvSpPr>
          <p:nvPr>
            <p:ph type="sldNum" idx="12"/>
          </p:nvPr>
        </p:nvSpPr>
        <p:spPr>
          <a:xfrm>
            <a:off x="43785" y="4881269"/>
            <a:ext cx="2622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i dung 1 1 1 1">
  <p:cSld name="Noi dung (g3ea087b8d5c_18_0)"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3ea087b8d5c_2_11822"/>
          <p:cNvSpPr txBox="1">
            <a:spLocks noGrp="1"/>
          </p:cNvSpPr>
          <p:nvPr>
            <p:ph type="title"/>
          </p:nvPr>
        </p:nvSpPr>
        <p:spPr>
          <a:xfrm>
            <a:off x="580609" y="167973"/>
            <a:ext cx="7935000" cy="5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72FF"/>
              </a:buClr>
              <a:buSzPts val="3300"/>
              <a:buFont typeface="Times New Roman"/>
              <a:buNone/>
              <a:defRPr sz="33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2" name="Google Shape;602;g3ea087b8d5c_2_11822"/>
          <p:cNvSpPr txBox="1">
            <a:spLocks noGrp="1"/>
          </p:cNvSpPr>
          <p:nvPr>
            <p:ph type="body" idx="1"/>
          </p:nvPr>
        </p:nvSpPr>
        <p:spPr>
          <a:xfrm>
            <a:off x="580609" y="925368"/>
            <a:ext cx="7935000" cy="3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03" name="Google Shape;603;g3ea087b8d5c_2_11822"/>
          <p:cNvSpPr txBox="1">
            <a:spLocks noGrp="1"/>
          </p:cNvSpPr>
          <p:nvPr>
            <p:ph type="ftr" idx="11"/>
          </p:nvPr>
        </p:nvSpPr>
        <p:spPr>
          <a:xfrm>
            <a:off x="580610" y="4856715"/>
            <a:ext cx="32340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4" name="Google Shape;604;g3ea087b8d5c_2_11822"/>
          <p:cNvSpPr txBox="1">
            <a:spLocks noGrp="1"/>
          </p:cNvSpPr>
          <p:nvPr>
            <p:ph type="dt" idx="10"/>
          </p:nvPr>
        </p:nvSpPr>
        <p:spPr>
          <a:xfrm>
            <a:off x="4835585" y="4856715"/>
            <a:ext cx="15675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5" name="Google Shape;605;g3ea087b8d5c_2_11822"/>
          <p:cNvSpPr txBox="1">
            <a:spLocks noGrp="1"/>
          </p:cNvSpPr>
          <p:nvPr>
            <p:ph type="sldNum" idx="12"/>
          </p:nvPr>
        </p:nvSpPr>
        <p:spPr>
          <a:xfrm>
            <a:off x="43785" y="4881269"/>
            <a:ext cx="2622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i dung" type="obj">
  <p:cSld name="OBJECT"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33"/>
          <p:cNvSpPr/>
          <p:nvPr/>
        </p:nvSpPr>
        <p:spPr>
          <a:xfrm rot="10800000">
            <a:off x="-1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33"/>
          <p:cNvSpPr/>
          <p:nvPr/>
        </p:nvSpPr>
        <p:spPr>
          <a:xfrm rot="10800000">
            <a:off x="13" y="83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16" name="Google Shape;616;p33"/>
          <p:cNvGrpSpPr/>
          <p:nvPr/>
        </p:nvGrpSpPr>
        <p:grpSpPr>
          <a:xfrm>
            <a:off x="43967" y="40719"/>
            <a:ext cx="2152257" cy="1172534"/>
            <a:chOff x="44974" y="27296"/>
            <a:chExt cx="2869676" cy="1563379"/>
          </a:xfrm>
        </p:grpSpPr>
        <p:cxnSp>
          <p:nvCxnSpPr>
            <p:cNvPr id="617" name="Google Shape;617;p33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618" name="Google Shape;618;p33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619" name="Google Shape;619;p33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620" name="Google Shape;620;p33"/>
          <p:cNvSpPr/>
          <p:nvPr/>
        </p:nvSpPr>
        <p:spPr>
          <a:xfrm>
            <a:off x="8607287" y="4680817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33"/>
          <p:cNvSpPr txBox="1">
            <a:spLocks noGrp="1"/>
          </p:cNvSpPr>
          <p:nvPr>
            <p:ph type="title"/>
          </p:nvPr>
        </p:nvSpPr>
        <p:spPr>
          <a:xfrm>
            <a:off x="580609" y="167973"/>
            <a:ext cx="7935000" cy="5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72FF"/>
              </a:buClr>
              <a:buSzPts val="3300"/>
              <a:buFont typeface="Times New Roman"/>
              <a:buNone/>
              <a:defRPr sz="33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22" name="Google Shape;622;p33"/>
          <p:cNvSpPr txBox="1">
            <a:spLocks noGrp="1"/>
          </p:cNvSpPr>
          <p:nvPr>
            <p:ph type="body" idx="1"/>
          </p:nvPr>
        </p:nvSpPr>
        <p:spPr>
          <a:xfrm>
            <a:off x="580609" y="925368"/>
            <a:ext cx="7935000" cy="3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23" name="Google Shape;623;p33"/>
          <p:cNvSpPr txBox="1">
            <a:spLocks noGrp="1"/>
          </p:cNvSpPr>
          <p:nvPr>
            <p:ph type="ftr" idx="11"/>
          </p:nvPr>
        </p:nvSpPr>
        <p:spPr>
          <a:xfrm>
            <a:off x="580610" y="4856715"/>
            <a:ext cx="32340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grpSp>
        <p:nvGrpSpPr>
          <p:cNvPr id="624" name="Google Shape;624;p33"/>
          <p:cNvGrpSpPr/>
          <p:nvPr/>
        </p:nvGrpSpPr>
        <p:grpSpPr>
          <a:xfrm>
            <a:off x="12020" y="3471967"/>
            <a:ext cx="325800" cy="1671646"/>
            <a:chOff x="16026" y="4629289"/>
            <a:chExt cx="434400" cy="2228861"/>
          </a:xfrm>
        </p:grpSpPr>
        <p:sp>
          <p:nvSpPr>
            <p:cNvPr id="625" name="Google Shape;625;p33"/>
            <p:cNvSpPr/>
            <p:nvPr/>
          </p:nvSpPr>
          <p:spPr>
            <a:xfrm>
              <a:off x="16026" y="4629289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6" name="Google Shape;626;p33"/>
            <p:cNvSpPr/>
            <p:nvPr/>
          </p:nvSpPr>
          <p:spPr>
            <a:xfrm>
              <a:off x="16026" y="5005641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7" name="Google Shape;627;p33"/>
            <p:cNvSpPr/>
            <p:nvPr/>
          </p:nvSpPr>
          <p:spPr>
            <a:xfrm>
              <a:off x="16026" y="5381993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8" name="Google Shape;628;p33"/>
            <p:cNvSpPr/>
            <p:nvPr/>
          </p:nvSpPr>
          <p:spPr>
            <a:xfrm>
              <a:off x="16026" y="5758345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9" name="Google Shape;629;p33"/>
            <p:cNvSpPr/>
            <p:nvPr/>
          </p:nvSpPr>
          <p:spPr>
            <a:xfrm>
              <a:off x="16026" y="6134697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0" name="Google Shape;630;p33"/>
            <p:cNvSpPr/>
            <p:nvPr/>
          </p:nvSpPr>
          <p:spPr>
            <a:xfrm>
              <a:off x="16026" y="6511050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31" name="Google Shape;631;p33"/>
          <p:cNvSpPr txBox="1">
            <a:spLocks noGrp="1"/>
          </p:cNvSpPr>
          <p:nvPr>
            <p:ph type="dt" idx="10"/>
          </p:nvPr>
        </p:nvSpPr>
        <p:spPr>
          <a:xfrm>
            <a:off x="4835585" y="4856715"/>
            <a:ext cx="15675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2" name="Google Shape;632;p33"/>
          <p:cNvSpPr/>
          <p:nvPr/>
        </p:nvSpPr>
        <p:spPr>
          <a:xfrm>
            <a:off x="8692153" y="79409"/>
            <a:ext cx="366980" cy="303866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33"/>
          <p:cNvSpPr/>
          <p:nvPr/>
        </p:nvSpPr>
        <p:spPr>
          <a:xfrm>
            <a:off x="69722" y="4907206"/>
            <a:ext cx="210300" cy="2103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33"/>
          <p:cNvSpPr txBox="1">
            <a:spLocks noGrp="1"/>
          </p:cNvSpPr>
          <p:nvPr>
            <p:ph type="sldNum" idx="12"/>
          </p:nvPr>
        </p:nvSpPr>
        <p:spPr>
          <a:xfrm>
            <a:off x="43785" y="4881269"/>
            <a:ext cx="2622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635" name="Google Shape;635;p33"/>
          <p:cNvGrpSpPr/>
          <p:nvPr/>
        </p:nvGrpSpPr>
        <p:grpSpPr>
          <a:xfrm rot="10800000">
            <a:off x="6949022" y="3934533"/>
            <a:ext cx="2152257" cy="1172534"/>
            <a:chOff x="44974" y="27296"/>
            <a:chExt cx="2869676" cy="1563379"/>
          </a:xfrm>
        </p:grpSpPr>
        <p:cxnSp>
          <p:nvCxnSpPr>
            <p:cNvPr id="636" name="Google Shape;636;p33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637" name="Google Shape;637;p33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638" name="Google Shape;638;p33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êu đề">
  <p:cSld name="Tiêu đề"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32"/>
          <p:cNvSpPr txBox="1">
            <a:spLocks noGrp="1"/>
          </p:cNvSpPr>
          <p:nvPr>
            <p:ph type="ftr" idx="11"/>
          </p:nvPr>
        </p:nvSpPr>
        <p:spPr>
          <a:xfrm>
            <a:off x="1765260" y="4860472"/>
            <a:ext cx="3216300" cy="1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41" name="Google Shape;641;p32"/>
          <p:cNvSpPr/>
          <p:nvPr/>
        </p:nvSpPr>
        <p:spPr>
          <a:xfrm rot="10800000">
            <a:off x="-1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12192000" y="304800"/>
                </a:moveTo>
                <a:lnTo>
                  <a:pt x="9909279" y="304800"/>
                </a:lnTo>
                <a:lnTo>
                  <a:pt x="9732789" y="152400"/>
                </a:lnTo>
                <a:lnTo>
                  <a:pt x="5617499" y="152400"/>
                </a:lnTo>
                <a:lnTo>
                  <a:pt x="5441009" y="0"/>
                </a:lnTo>
                <a:lnTo>
                  <a:pt x="12192000" y="0"/>
                </a:lnTo>
                <a:close/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1999" y="6858000"/>
                </a:moveTo>
                <a:lnTo>
                  <a:pt x="11476382" y="6858000"/>
                </a:lnTo>
                <a:lnTo>
                  <a:pt x="12191999" y="6241089"/>
                </a:lnTo>
                <a:close/>
                <a:moveTo>
                  <a:pt x="6750991" y="6858000"/>
                </a:moveTo>
                <a:lnTo>
                  <a:pt x="0" y="6858000"/>
                </a:lnTo>
                <a:lnTo>
                  <a:pt x="0" y="6553200"/>
                </a:lnTo>
                <a:lnTo>
                  <a:pt x="2282721" y="6553200"/>
                </a:lnTo>
                <a:lnTo>
                  <a:pt x="2459211" y="6705600"/>
                </a:lnTo>
                <a:lnTo>
                  <a:pt x="6574500" y="670560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32"/>
          <p:cNvSpPr/>
          <p:nvPr/>
        </p:nvSpPr>
        <p:spPr>
          <a:xfrm rot="10800000">
            <a:off x="13" y="83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43" name="Google Shape;643;p32"/>
          <p:cNvGrpSpPr/>
          <p:nvPr/>
        </p:nvGrpSpPr>
        <p:grpSpPr>
          <a:xfrm>
            <a:off x="43967" y="30708"/>
            <a:ext cx="2152257" cy="1172534"/>
            <a:chOff x="44974" y="27296"/>
            <a:chExt cx="2869676" cy="1563379"/>
          </a:xfrm>
        </p:grpSpPr>
        <p:cxnSp>
          <p:nvCxnSpPr>
            <p:cNvPr id="644" name="Google Shape;644;p32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645" name="Google Shape;645;p32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646" name="Google Shape;646;p32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647" name="Google Shape;647;p32"/>
          <p:cNvSpPr/>
          <p:nvPr/>
        </p:nvSpPr>
        <p:spPr>
          <a:xfrm>
            <a:off x="8607287" y="4680817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48" name="Google Shape;648;p32"/>
          <p:cNvGrpSpPr/>
          <p:nvPr/>
        </p:nvGrpSpPr>
        <p:grpSpPr>
          <a:xfrm rot="10800000">
            <a:off x="6947777" y="3940258"/>
            <a:ext cx="2152257" cy="1172534"/>
            <a:chOff x="44974" y="27296"/>
            <a:chExt cx="2869676" cy="1563379"/>
          </a:xfrm>
        </p:grpSpPr>
        <p:cxnSp>
          <p:nvCxnSpPr>
            <p:cNvPr id="649" name="Google Shape;649;p32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50" name="Google Shape;650;p32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51" name="Google Shape;651;p32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652" name="Google Shape;652;p32"/>
          <p:cNvSpPr/>
          <p:nvPr/>
        </p:nvSpPr>
        <p:spPr>
          <a:xfrm flipH="1">
            <a:off x="4080757" y="0"/>
            <a:ext cx="5063243" cy="228600"/>
          </a:xfrm>
          <a:custGeom>
            <a:avLst/>
            <a:gdLst/>
            <a:ahLst/>
            <a:cxnLst/>
            <a:rect l="l" t="t" r="r" b="b"/>
            <a:pathLst>
              <a:path w="6750991" h="304800" extrusionOk="0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32"/>
          <p:cNvSpPr/>
          <p:nvPr/>
        </p:nvSpPr>
        <p:spPr>
          <a:xfrm rot="10800000" flipH="1">
            <a:off x="0" y="4914900"/>
            <a:ext cx="5063243" cy="228600"/>
          </a:xfrm>
          <a:custGeom>
            <a:avLst/>
            <a:gdLst/>
            <a:ahLst/>
            <a:cxnLst/>
            <a:rect l="l" t="t" r="r" b="b"/>
            <a:pathLst>
              <a:path w="6750991" h="304800" extrusionOk="0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4" name="Google Shape;654;p32" descr="A picture containing clipart, vector graphic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9479" y="271978"/>
            <a:ext cx="408216" cy="337660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p32"/>
          <p:cNvSpPr txBox="1"/>
          <p:nvPr/>
        </p:nvSpPr>
        <p:spPr>
          <a:xfrm>
            <a:off x="717700" y="244600"/>
            <a:ext cx="41631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rPr>
              <a:t>ĐẠI HỌC QUỐC GIA TP. HỒ CHÍ MINH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rPr>
              <a:t>TRƯỜNG ĐẠI HỌC CÔNG NGHỆ THÔNG TIN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32"/>
          <p:cNvSpPr/>
          <p:nvPr/>
        </p:nvSpPr>
        <p:spPr>
          <a:xfrm>
            <a:off x="79377" y="4953218"/>
            <a:ext cx="175500" cy="175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32"/>
          <p:cNvSpPr txBox="1">
            <a:spLocks noGrp="1"/>
          </p:cNvSpPr>
          <p:nvPr>
            <p:ph type="sldNum" idx="12"/>
          </p:nvPr>
        </p:nvSpPr>
        <p:spPr>
          <a:xfrm>
            <a:off x="56703" y="4940664"/>
            <a:ext cx="218700" cy="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8" name="Google Shape;658;p32"/>
          <p:cNvSpPr txBox="1">
            <a:spLocks noGrp="1"/>
          </p:cNvSpPr>
          <p:nvPr>
            <p:ph type="body" idx="1"/>
          </p:nvPr>
        </p:nvSpPr>
        <p:spPr>
          <a:xfrm>
            <a:off x="1388105" y="1656119"/>
            <a:ext cx="6367800" cy="5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46"/>
              </a:buClr>
              <a:buSzPts val="3300"/>
              <a:buNone/>
              <a:defRPr sz="3300" b="1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59" name="Google Shape;659;p32"/>
          <p:cNvSpPr txBox="1">
            <a:spLocks noGrp="1"/>
          </p:cNvSpPr>
          <p:nvPr>
            <p:ph type="body" idx="2"/>
          </p:nvPr>
        </p:nvSpPr>
        <p:spPr>
          <a:xfrm>
            <a:off x="657743" y="2279591"/>
            <a:ext cx="7828500" cy="3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46"/>
              </a:buClr>
              <a:buSzPts val="2100"/>
              <a:buNone/>
              <a:defRPr sz="2100" b="1">
                <a:solidFill>
                  <a:srgbClr val="00004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60" name="Google Shape;660;p32"/>
          <p:cNvSpPr txBox="1">
            <a:spLocks noGrp="1"/>
          </p:cNvSpPr>
          <p:nvPr>
            <p:ph type="body" idx="3"/>
          </p:nvPr>
        </p:nvSpPr>
        <p:spPr>
          <a:xfrm>
            <a:off x="3510728" y="3722286"/>
            <a:ext cx="2122800" cy="258900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6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 b="1" i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61" name="Google Shape;661;p32"/>
          <p:cNvSpPr txBox="1">
            <a:spLocks noGrp="1"/>
          </p:cNvSpPr>
          <p:nvPr>
            <p:ph type="body" idx="4"/>
          </p:nvPr>
        </p:nvSpPr>
        <p:spPr>
          <a:xfrm>
            <a:off x="1388105" y="2723108"/>
            <a:ext cx="6367800" cy="4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A5A5A5"/>
              </a:buClr>
              <a:buSzPts val="900"/>
              <a:buNone/>
              <a:defRPr sz="900">
                <a:solidFill>
                  <a:srgbClr val="A5A5A5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62" name="Google Shape;662;p32"/>
          <p:cNvSpPr txBox="1">
            <a:spLocks noGrp="1"/>
          </p:cNvSpPr>
          <p:nvPr>
            <p:ph type="dt" idx="10"/>
          </p:nvPr>
        </p:nvSpPr>
        <p:spPr>
          <a:xfrm>
            <a:off x="5075855" y="4857749"/>
            <a:ext cx="1872000" cy="1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3" name="Google Shape;663;p32"/>
          <p:cNvSpPr/>
          <p:nvPr/>
        </p:nvSpPr>
        <p:spPr>
          <a:xfrm rot="10800000">
            <a:off x="-1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12192000" y="304800"/>
                </a:moveTo>
                <a:lnTo>
                  <a:pt x="9909279" y="304800"/>
                </a:lnTo>
                <a:lnTo>
                  <a:pt x="9732789" y="152400"/>
                </a:lnTo>
                <a:lnTo>
                  <a:pt x="5617499" y="152400"/>
                </a:lnTo>
                <a:lnTo>
                  <a:pt x="5441009" y="0"/>
                </a:lnTo>
                <a:lnTo>
                  <a:pt x="12192000" y="0"/>
                </a:lnTo>
                <a:close/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1999" y="6858000"/>
                </a:moveTo>
                <a:lnTo>
                  <a:pt x="11476382" y="6858000"/>
                </a:lnTo>
                <a:lnTo>
                  <a:pt x="12191999" y="6241089"/>
                </a:lnTo>
                <a:close/>
                <a:moveTo>
                  <a:pt x="6750991" y="6858000"/>
                </a:moveTo>
                <a:lnTo>
                  <a:pt x="0" y="6858000"/>
                </a:lnTo>
                <a:lnTo>
                  <a:pt x="0" y="6553200"/>
                </a:lnTo>
                <a:lnTo>
                  <a:pt x="2282721" y="6553200"/>
                </a:lnTo>
                <a:lnTo>
                  <a:pt x="2459211" y="6705600"/>
                </a:lnTo>
                <a:lnTo>
                  <a:pt x="6574500" y="670560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32"/>
          <p:cNvSpPr/>
          <p:nvPr/>
        </p:nvSpPr>
        <p:spPr>
          <a:xfrm rot="10800000">
            <a:off x="13" y="83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5" name="Google Shape;665;p32"/>
          <p:cNvGrpSpPr/>
          <p:nvPr/>
        </p:nvGrpSpPr>
        <p:grpSpPr>
          <a:xfrm>
            <a:off x="43967" y="30708"/>
            <a:ext cx="2152257" cy="1172534"/>
            <a:chOff x="44974" y="27296"/>
            <a:chExt cx="2869676" cy="1563379"/>
          </a:xfrm>
        </p:grpSpPr>
        <p:cxnSp>
          <p:nvCxnSpPr>
            <p:cNvPr id="666" name="Google Shape;666;p32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667" name="Google Shape;667;p32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668" name="Google Shape;668;p32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669" name="Google Shape;669;p32"/>
          <p:cNvSpPr/>
          <p:nvPr/>
        </p:nvSpPr>
        <p:spPr>
          <a:xfrm>
            <a:off x="8607287" y="4680817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70" name="Google Shape;670;p32"/>
          <p:cNvGrpSpPr/>
          <p:nvPr/>
        </p:nvGrpSpPr>
        <p:grpSpPr>
          <a:xfrm rot="10800000">
            <a:off x="6947777" y="3940258"/>
            <a:ext cx="2152257" cy="1172534"/>
            <a:chOff x="44974" y="27296"/>
            <a:chExt cx="2869676" cy="1563379"/>
          </a:xfrm>
        </p:grpSpPr>
        <p:cxnSp>
          <p:nvCxnSpPr>
            <p:cNvPr id="671" name="Google Shape;671;p32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72" name="Google Shape;672;p32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73" name="Google Shape;673;p32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674" name="Google Shape;674;p32"/>
          <p:cNvSpPr/>
          <p:nvPr/>
        </p:nvSpPr>
        <p:spPr>
          <a:xfrm flipH="1">
            <a:off x="4080757" y="0"/>
            <a:ext cx="5063243" cy="228600"/>
          </a:xfrm>
          <a:custGeom>
            <a:avLst/>
            <a:gdLst/>
            <a:ahLst/>
            <a:cxnLst/>
            <a:rect l="l" t="t" r="r" b="b"/>
            <a:pathLst>
              <a:path w="6750991" h="304800" extrusionOk="0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32"/>
          <p:cNvSpPr/>
          <p:nvPr/>
        </p:nvSpPr>
        <p:spPr>
          <a:xfrm rot="10800000" flipH="1">
            <a:off x="0" y="4914900"/>
            <a:ext cx="5063243" cy="228600"/>
          </a:xfrm>
          <a:custGeom>
            <a:avLst/>
            <a:gdLst/>
            <a:ahLst/>
            <a:cxnLst/>
            <a:rect l="l" t="t" r="r" b="b"/>
            <a:pathLst>
              <a:path w="6750991" h="304800" extrusionOk="0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6" name="Google Shape;676;p32" descr="A picture containing clipart, vector graphic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9479" y="271978"/>
            <a:ext cx="408216" cy="337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ục lục">
  <p:cSld name="Mục lục"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34"/>
          <p:cNvSpPr/>
          <p:nvPr/>
        </p:nvSpPr>
        <p:spPr>
          <a:xfrm>
            <a:off x="8607287" y="4680817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79" name="Google Shape;679;p34"/>
          <p:cNvGrpSpPr/>
          <p:nvPr/>
        </p:nvGrpSpPr>
        <p:grpSpPr>
          <a:xfrm rot="10800000">
            <a:off x="6947777" y="4447903"/>
            <a:ext cx="2152257" cy="664889"/>
            <a:chOff x="44974" y="27296"/>
            <a:chExt cx="2869676" cy="886519"/>
          </a:xfrm>
        </p:grpSpPr>
        <p:cxnSp>
          <p:nvCxnSpPr>
            <p:cNvPr id="680" name="Google Shape;680;p34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81" name="Google Shape;681;p34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82" name="Google Shape;682;p34"/>
            <p:cNvCxnSpPr/>
            <p:nvPr/>
          </p:nvCxnSpPr>
          <p:spPr>
            <a:xfrm rot="10800000">
              <a:off x="52214" y="654015"/>
              <a:ext cx="0" cy="25980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683" name="Google Shape;683;p34"/>
          <p:cNvSpPr txBox="1">
            <a:spLocks noGrp="1"/>
          </p:cNvSpPr>
          <p:nvPr>
            <p:ph type="ftr" idx="11"/>
          </p:nvPr>
        </p:nvSpPr>
        <p:spPr>
          <a:xfrm>
            <a:off x="2599082" y="4849586"/>
            <a:ext cx="3945900" cy="1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grpSp>
        <p:nvGrpSpPr>
          <p:cNvPr id="684" name="Google Shape;684;p34"/>
          <p:cNvGrpSpPr/>
          <p:nvPr/>
        </p:nvGrpSpPr>
        <p:grpSpPr>
          <a:xfrm>
            <a:off x="-944916" y="841043"/>
            <a:ext cx="3631000" cy="3790500"/>
            <a:chOff x="-1259888" y="901609"/>
            <a:chExt cx="4841333" cy="5054000"/>
          </a:xfrm>
        </p:grpSpPr>
        <p:grpSp>
          <p:nvGrpSpPr>
            <p:cNvPr id="685" name="Google Shape;685;p34"/>
            <p:cNvGrpSpPr/>
            <p:nvPr/>
          </p:nvGrpSpPr>
          <p:grpSpPr>
            <a:xfrm>
              <a:off x="-1225468" y="901609"/>
              <a:ext cx="4806913" cy="664514"/>
              <a:chOff x="0" y="901609"/>
              <a:chExt cx="4806913" cy="664514"/>
            </a:xfrm>
          </p:grpSpPr>
          <p:cxnSp>
            <p:nvCxnSpPr>
              <p:cNvPr id="686" name="Google Shape;686;p34"/>
              <p:cNvCxnSpPr/>
              <p:nvPr/>
            </p:nvCxnSpPr>
            <p:spPr>
              <a:xfrm>
                <a:off x="0" y="1566123"/>
                <a:ext cx="2533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87" name="Google Shape;687;p34"/>
              <p:cNvCxnSpPr/>
              <p:nvPr/>
            </p:nvCxnSpPr>
            <p:spPr>
              <a:xfrm rot="10800000" flipH="1">
                <a:off x="2520285" y="1060023"/>
                <a:ext cx="591300" cy="5061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88" name="Google Shape;688;p34"/>
              <p:cNvCxnSpPr/>
              <p:nvPr/>
            </p:nvCxnSpPr>
            <p:spPr>
              <a:xfrm>
                <a:off x="3111690" y="1059987"/>
                <a:ext cx="13785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689" name="Google Shape;689;p34"/>
              <p:cNvSpPr/>
              <p:nvPr/>
            </p:nvSpPr>
            <p:spPr>
              <a:xfrm>
                <a:off x="4490113" y="901609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90" name="Google Shape;690;p34"/>
            <p:cNvGrpSpPr/>
            <p:nvPr/>
          </p:nvGrpSpPr>
          <p:grpSpPr>
            <a:xfrm rot="10800000" flipH="1">
              <a:off x="-1225468" y="5291095"/>
              <a:ext cx="4806913" cy="664514"/>
              <a:chOff x="0" y="1232525"/>
              <a:chExt cx="4806913" cy="664514"/>
            </a:xfrm>
          </p:grpSpPr>
          <p:cxnSp>
            <p:nvCxnSpPr>
              <p:cNvPr id="691" name="Google Shape;691;p34"/>
              <p:cNvCxnSpPr/>
              <p:nvPr/>
            </p:nvCxnSpPr>
            <p:spPr>
              <a:xfrm>
                <a:off x="0" y="1897039"/>
                <a:ext cx="2533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92" name="Google Shape;692;p34"/>
              <p:cNvCxnSpPr/>
              <p:nvPr/>
            </p:nvCxnSpPr>
            <p:spPr>
              <a:xfrm rot="10800000" flipH="1">
                <a:off x="2520285" y="1390939"/>
                <a:ext cx="591300" cy="5061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93" name="Google Shape;693;p34"/>
              <p:cNvCxnSpPr/>
              <p:nvPr/>
            </p:nvCxnSpPr>
            <p:spPr>
              <a:xfrm>
                <a:off x="3111690" y="1390903"/>
                <a:ext cx="13785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694" name="Google Shape;694;p34"/>
              <p:cNvSpPr/>
              <p:nvPr/>
            </p:nvSpPr>
            <p:spPr>
              <a:xfrm>
                <a:off x="4490113" y="1232525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95" name="Google Shape;695;p34"/>
            <p:cNvGrpSpPr/>
            <p:nvPr/>
          </p:nvGrpSpPr>
          <p:grpSpPr>
            <a:xfrm>
              <a:off x="-1225469" y="1860637"/>
              <a:ext cx="3835366" cy="547270"/>
              <a:chOff x="-1" y="1860637"/>
              <a:chExt cx="3835366" cy="547270"/>
            </a:xfrm>
          </p:grpSpPr>
          <p:sp>
            <p:nvSpPr>
              <p:cNvPr id="696" name="Google Shape;696;p34"/>
              <p:cNvSpPr/>
              <p:nvPr/>
            </p:nvSpPr>
            <p:spPr>
              <a:xfrm>
                <a:off x="3518565" y="1860637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697" name="Google Shape;697;p34"/>
              <p:cNvCxnSpPr/>
              <p:nvPr/>
            </p:nvCxnSpPr>
            <p:spPr>
              <a:xfrm>
                <a:off x="-1" y="2407907"/>
                <a:ext cx="19857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98" name="Google Shape;698;p34"/>
              <p:cNvCxnSpPr/>
              <p:nvPr/>
            </p:nvCxnSpPr>
            <p:spPr>
              <a:xfrm rot="10800000" flipH="1">
                <a:off x="1974958" y="2019107"/>
                <a:ext cx="463500" cy="388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99" name="Google Shape;699;p34"/>
              <p:cNvCxnSpPr/>
              <p:nvPr/>
            </p:nvCxnSpPr>
            <p:spPr>
              <a:xfrm>
                <a:off x="2438398" y="2019015"/>
                <a:ext cx="10803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700" name="Google Shape;700;p34"/>
            <p:cNvGrpSpPr/>
            <p:nvPr/>
          </p:nvGrpSpPr>
          <p:grpSpPr>
            <a:xfrm rot="10800000" flipH="1">
              <a:off x="-1259888" y="4408929"/>
              <a:ext cx="3835366" cy="547270"/>
              <a:chOff x="-1" y="1860637"/>
              <a:chExt cx="3835366" cy="547270"/>
            </a:xfrm>
          </p:grpSpPr>
          <p:sp>
            <p:nvSpPr>
              <p:cNvPr id="701" name="Google Shape;701;p34"/>
              <p:cNvSpPr/>
              <p:nvPr/>
            </p:nvSpPr>
            <p:spPr>
              <a:xfrm>
                <a:off x="3518565" y="1860637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702" name="Google Shape;702;p34"/>
              <p:cNvCxnSpPr/>
              <p:nvPr/>
            </p:nvCxnSpPr>
            <p:spPr>
              <a:xfrm>
                <a:off x="-1" y="2407907"/>
                <a:ext cx="19857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03" name="Google Shape;703;p34"/>
              <p:cNvCxnSpPr/>
              <p:nvPr/>
            </p:nvCxnSpPr>
            <p:spPr>
              <a:xfrm rot="10800000" flipH="1">
                <a:off x="1974958" y="2019107"/>
                <a:ext cx="463500" cy="388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04" name="Google Shape;704;p34"/>
              <p:cNvCxnSpPr/>
              <p:nvPr/>
            </p:nvCxnSpPr>
            <p:spPr>
              <a:xfrm>
                <a:off x="2438398" y="2019015"/>
                <a:ext cx="10803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705" name="Google Shape;705;p34"/>
            <p:cNvGrpSpPr/>
            <p:nvPr/>
          </p:nvGrpSpPr>
          <p:grpSpPr>
            <a:xfrm>
              <a:off x="-1252333" y="2715185"/>
              <a:ext cx="2776566" cy="436736"/>
              <a:chOff x="-26865" y="2715185"/>
              <a:chExt cx="2776566" cy="436736"/>
            </a:xfrm>
          </p:grpSpPr>
          <p:cxnSp>
            <p:nvCxnSpPr>
              <p:cNvPr id="706" name="Google Shape;706;p34"/>
              <p:cNvCxnSpPr/>
              <p:nvPr/>
            </p:nvCxnSpPr>
            <p:spPr>
              <a:xfrm>
                <a:off x="-26865" y="3151921"/>
                <a:ext cx="1402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07" name="Google Shape;707;p34"/>
              <p:cNvCxnSpPr/>
              <p:nvPr/>
            </p:nvCxnSpPr>
            <p:spPr>
              <a:xfrm rot="10800000" flipH="1">
                <a:off x="1368303" y="2877121"/>
                <a:ext cx="327300" cy="274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08" name="Google Shape;708;p34"/>
              <p:cNvCxnSpPr/>
              <p:nvPr/>
            </p:nvCxnSpPr>
            <p:spPr>
              <a:xfrm>
                <a:off x="1695690" y="2877197"/>
                <a:ext cx="7632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709" name="Google Shape;709;p34"/>
              <p:cNvSpPr/>
              <p:nvPr/>
            </p:nvSpPr>
            <p:spPr>
              <a:xfrm>
                <a:off x="2432901" y="2715185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10" name="Google Shape;710;p34"/>
            <p:cNvGrpSpPr/>
            <p:nvPr/>
          </p:nvGrpSpPr>
          <p:grpSpPr>
            <a:xfrm>
              <a:off x="-1225468" y="3843225"/>
              <a:ext cx="2802416" cy="433146"/>
              <a:chOff x="-34420" y="3843718"/>
              <a:chExt cx="2802416" cy="433146"/>
            </a:xfrm>
          </p:grpSpPr>
          <p:cxnSp>
            <p:nvCxnSpPr>
              <p:cNvPr id="711" name="Google Shape;711;p34"/>
              <p:cNvCxnSpPr/>
              <p:nvPr/>
            </p:nvCxnSpPr>
            <p:spPr>
              <a:xfrm>
                <a:off x="-34420" y="3843718"/>
                <a:ext cx="1402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12" name="Google Shape;712;p34"/>
              <p:cNvCxnSpPr/>
              <p:nvPr/>
            </p:nvCxnSpPr>
            <p:spPr>
              <a:xfrm>
                <a:off x="1360748" y="3843718"/>
                <a:ext cx="327300" cy="274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13" name="Google Shape;713;p34"/>
              <p:cNvCxnSpPr/>
              <p:nvPr/>
            </p:nvCxnSpPr>
            <p:spPr>
              <a:xfrm>
                <a:off x="1688135" y="4118442"/>
                <a:ext cx="7632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714" name="Google Shape;714;p34"/>
              <p:cNvSpPr/>
              <p:nvPr/>
            </p:nvSpPr>
            <p:spPr>
              <a:xfrm>
                <a:off x="2451196" y="3960064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15" name="Google Shape;715;p34"/>
          <p:cNvGrpSpPr/>
          <p:nvPr/>
        </p:nvGrpSpPr>
        <p:grpSpPr>
          <a:xfrm flipH="1">
            <a:off x="6455699" y="841043"/>
            <a:ext cx="3631000" cy="3790500"/>
            <a:chOff x="-1259888" y="901609"/>
            <a:chExt cx="4841333" cy="5054000"/>
          </a:xfrm>
        </p:grpSpPr>
        <p:grpSp>
          <p:nvGrpSpPr>
            <p:cNvPr id="716" name="Google Shape;716;p34"/>
            <p:cNvGrpSpPr/>
            <p:nvPr/>
          </p:nvGrpSpPr>
          <p:grpSpPr>
            <a:xfrm>
              <a:off x="-1225468" y="901609"/>
              <a:ext cx="4806913" cy="664514"/>
              <a:chOff x="0" y="901609"/>
              <a:chExt cx="4806913" cy="664514"/>
            </a:xfrm>
          </p:grpSpPr>
          <p:cxnSp>
            <p:nvCxnSpPr>
              <p:cNvPr id="717" name="Google Shape;717;p34"/>
              <p:cNvCxnSpPr/>
              <p:nvPr/>
            </p:nvCxnSpPr>
            <p:spPr>
              <a:xfrm>
                <a:off x="0" y="1566123"/>
                <a:ext cx="2533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18" name="Google Shape;718;p34"/>
              <p:cNvCxnSpPr/>
              <p:nvPr/>
            </p:nvCxnSpPr>
            <p:spPr>
              <a:xfrm rot="10800000" flipH="1">
                <a:off x="2520285" y="1060023"/>
                <a:ext cx="591300" cy="5061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19" name="Google Shape;719;p34"/>
              <p:cNvCxnSpPr/>
              <p:nvPr/>
            </p:nvCxnSpPr>
            <p:spPr>
              <a:xfrm>
                <a:off x="3111690" y="1059987"/>
                <a:ext cx="13785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720" name="Google Shape;720;p34"/>
              <p:cNvSpPr/>
              <p:nvPr/>
            </p:nvSpPr>
            <p:spPr>
              <a:xfrm>
                <a:off x="4490113" y="901609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21" name="Google Shape;721;p34"/>
            <p:cNvGrpSpPr/>
            <p:nvPr/>
          </p:nvGrpSpPr>
          <p:grpSpPr>
            <a:xfrm rot="10800000" flipH="1">
              <a:off x="-1225468" y="5291095"/>
              <a:ext cx="4806913" cy="664514"/>
              <a:chOff x="0" y="1232525"/>
              <a:chExt cx="4806913" cy="664514"/>
            </a:xfrm>
          </p:grpSpPr>
          <p:cxnSp>
            <p:nvCxnSpPr>
              <p:cNvPr id="722" name="Google Shape;722;p34"/>
              <p:cNvCxnSpPr/>
              <p:nvPr/>
            </p:nvCxnSpPr>
            <p:spPr>
              <a:xfrm>
                <a:off x="0" y="1897039"/>
                <a:ext cx="2533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23" name="Google Shape;723;p34"/>
              <p:cNvCxnSpPr/>
              <p:nvPr/>
            </p:nvCxnSpPr>
            <p:spPr>
              <a:xfrm rot="10800000" flipH="1">
                <a:off x="2520285" y="1390939"/>
                <a:ext cx="591300" cy="5061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24" name="Google Shape;724;p34"/>
              <p:cNvCxnSpPr/>
              <p:nvPr/>
            </p:nvCxnSpPr>
            <p:spPr>
              <a:xfrm>
                <a:off x="3111690" y="1390903"/>
                <a:ext cx="13785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725" name="Google Shape;725;p34"/>
              <p:cNvSpPr/>
              <p:nvPr/>
            </p:nvSpPr>
            <p:spPr>
              <a:xfrm>
                <a:off x="4490113" y="1232525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26" name="Google Shape;726;p34"/>
            <p:cNvGrpSpPr/>
            <p:nvPr/>
          </p:nvGrpSpPr>
          <p:grpSpPr>
            <a:xfrm>
              <a:off x="-1225469" y="1860637"/>
              <a:ext cx="3835366" cy="547270"/>
              <a:chOff x="-1" y="1860637"/>
              <a:chExt cx="3835366" cy="547270"/>
            </a:xfrm>
          </p:grpSpPr>
          <p:sp>
            <p:nvSpPr>
              <p:cNvPr id="727" name="Google Shape;727;p34"/>
              <p:cNvSpPr/>
              <p:nvPr/>
            </p:nvSpPr>
            <p:spPr>
              <a:xfrm>
                <a:off x="3518565" y="1860637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728" name="Google Shape;728;p34"/>
              <p:cNvCxnSpPr/>
              <p:nvPr/>
            </p:nvCxnSpPr>
            <p:spPr>
              <a:xfrm>
                <a:off x="-1" y="2407907"/>
                <a:ext cx="19857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29" name="Google Shape;729;p34"/>
              <p:cNvCxnSpPr/>
              <p:nvPr/>
            </p:nvCxnSpPr>
            <p:spPr>
              <a:xfrm rot="10800000" flipH="1">
                <a:off x="1974958" y="2019107"/>
                <a:ext cx="463500" cy="388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30" name="Google Shape;730;p34"/>
              <p:cNvCxnSpPr/>
              <p:nvPr/>
            </p:nvCxnSpPr>
            <p:spPr>
              <a:xfrm>
                <a:off x="2438398" y="2019015"/>
                <a:ext cx="10803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731" name="Google Shape;731;p34"/>
            <p:cNvGrpSpPr/>
            <p:nvPr/>
          </p:nvGrpSpPr>
          <p:grpSpPr>
            <a:xfrm rot="10800000" flipH="1">
              <a:off x="-1259888" y="4408929"/>
              <a:ext cx="3835366" cy="547270"/>
              <a:chOff x="-1" y="1860637"/>
              <a:chExt cx="3835366" cy="547270"/>
            </a:xfrm>
          </p:grpSpPr>
          <p:sp>
            <p:nvSpPr>
              <p:cNvPr id="732" name="Google Shape;732;p34"/>
              <p:cNvSpPr/>
              <p:nvPr/>
            </p:nvSpPr>
            <p:spPr>
              <a:xfrm>
                <a:off x="3518565" y="1860637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733" name="Google Shape;733;p34"/>
              <p:cNvCxnSpPr/>
              <p:nvPr/>
            </p:nvCxnSpPr>
            <p:spPr>
              <a:xfrm>
                <a:off x="-1" y="2407907"/>
                <a:ext cx="19857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34" name="Google Shape;734;p34"/>
              <p:cNvCxnSpPr/>
              <p:nvPr/>
            </p:nvCxnSpPr>
            <p:spPr>
              <a:xfrm rot="10800000" flipH="1">
                <a:off x="1974958" y="2019107"/>
                <a:ext cx="463500" cy="388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35" name="Google Shape;735;p34"/>
              <p:cNvCxnSpPr/>
              <p:nvPr/>
            </p:nvCxnSpPr>
            <p:spPr>
              <a:xfrm>
                <a:off x="2438398" y="2019015"/>
                <a:ext cx="10803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736" name="Google Shape;736;p34"/>
            <p:cNvGrpSpPr/>
            <p:nvPr/>
          </p:nvGrpSpPr>
          <p:grpSpPr>
            <a:xfrm>
              <a:off x="-1252333" y="2715185"/>
              <a:ext cx="2776566" cy="436736"/>
              <a:chOff x="-26865" y="2715185"/>
              <a:chExt cx="2776566" cy="436736"/>
            </a:xfrm>
          </p:grpSpPr>
          <p:cxnSp>
            <p:nvCxnSpPr>
              <p:cNvPr id="737" name="Google Shape;737;p34"/>
              <p:cNvCxnSpPr/>
              <p:nvPr/>
            </p:nvCxnSpPr>
            <p:spPr>
              <a:xfrm>
                <a:off x="-26865" y="3151921"/>
                <a:ext cx="1402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38" name="Google Shape;738;p34"/>
              <p:cNvCxnSpPr/>
              <p:nvPr/>
            </p:nvCxnSpPr>
            <p:spPr>
              <a:xfrm rot="10800000" flipH="1">
                <a:off x="1368303" y="2877121"/>
                <a:ext cx="327300" cy="274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39" name="Google Shape;739;p34"/>
              <p:cNvCxnSpPr/>
              <p:nvPr/>
            </p:nvCxnSpPr>
            <p:spPr>
              <a:xfrm>
                <a:off x="1695690" y="2877197"/>
                <a:ext cx="7632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740" name="Google Shape;740;p34"/>
              <p:cNvSpPr/>
              <p:nvPr/>
            </p:nvSpPr>
            <p:spPr>
              <a:xfrm>
                <a:off x="2432901" y="2715185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41" name="Google Shape;741;p34"/>
            <p:cNvGrpSpPr/>
            <p:nvPr/>
          </p:nvGrpSpPr>
          <p:grpSpPr>
            <a:xfrm>
              <a:off x="-1225468" y="3843225"/>
              <a:ext cx="2802416" cy="433146"/>
              <a:chOff x="-34420" y="3843718"/>
              <a:chExt cx="2802416" cy="433146"/>
            </a:xfrm>
          </p:grpSpPr>
          <p:cxnSp>
            <p:nvCxnSpPr>
              <p:cNvPr id="742" name="Google Shape;742;p34"/>
              <p:cNvCxnSpPr/>
              <p:nvPr/>
            </p:nvCxnSpPr>
            <p:spPr>
              <a:xfrm>
                <a:off x="-34420" y="3843718"/>
                <a:ext cx="1402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43" name="Google Shape;743;p34"/>
              <p:cNvCxnSpPr/>
              <p:nvPr/>
            </p:nvCxnSpPr>
            <p:spPr>
              <a:xfrm>
                <a:off x="1360748" y="3843718"/>
                <a:ext cx="327300" cy="274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44" name="Google Shape;744;p34"/>
              <p:cNvCxnSpPr/>
              <p:nvPr/>
            </p:nvCxnSpPr>
            <p:spPr>
              <a:xfrm>
                <a:off x="1688135" y="4118442"/>
                <a:ext cx="7632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745" name="Google Shape;745;p34"/>
              <p:cNvSpPr/>
              <p:nvPr/>
            </p:nvSpPr>
            <p:spPr>
              <a:xfrm>
                <a:off x="2451196" y="3960064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46" name="Google Shape;746;p34"/>
          <p:cNvSpPr/>
          <p:nvPr/>
        </p:nvSpPr>
        <p:spPr>
          <a:xfrm>
            <a:off x="8943443" y="4937355"/>
            <a:ext cx="175500" cy="175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34"/>
          <p:cNvSpPr txBox="1">
            <a:spLocks noGrp="1"/>
          </p:cNvSpPr>
          <p:nvPr>
            <p:ph type="sldNum" idx="12"/>
          </p:nvPr>
        </p:nvSpPr>
        <p:spPr>
          <a:xfrm>
            <a:off x="8925300" y="4924800"/>
            <a:ext cx="218700" cy="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48" name="Google Shape;748;p34"/>
          <p:cNvSpPr txBox="1"/>
          <p:nvPr/>
        </p:nvSpPr>
        <p:spPr>
          <a:xfrm>
            <a:off x="3526973" y="480061"/>
            <a:ext cx="2271600" cy="484800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68575" tIns="34275" rIns="68575" bIns="3427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MỤC TIÊU</a:t>
            </a:r>
            <a:endParaRPr sz="2700" b="1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9" name="Google Shape;749;p34"/>
          <p:cNvSpPr txBox="1">
            <a:spLocks noGrp="1"/>
          </p:cNvSpPr>
          <p:nvPr>
            <p:ph type="body" idx="1"/>
          </p:nvPr>
        </p:nvSpPr>
        <p:spPr>
          <a:xfrm>
            <a:off x="2051358" y="964760"/>
            <a:ext cx="5041500" cy="35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33655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AutoNum type="arabicPeriod"/>
              <a:defRPr sz="170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50" name="Google Shape;750;p34"/>
          <p:cNvSpPr/>
          <p:nvPr/>
        </p:nvSpPr>
        <p:spPr>
          <a:xfrm rot="10800000">
            <a:off x="13" y="83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51" name="Google Shape;751;p34"/>
          <p:cNvGrpSpPr/>
          <p:nvPr/>
        </p:nvGrpSpPr>
        <p:grpSpPr>
          <a:xfrm>
            <a:off x="43967" y="30708"/>
            <a:ext cx="2152257" cy="664889"/>
            <a:chOff x="44974" y="27296"/>
            <a:chExt cx="2869676" cy="886519"/>
          </a:xfrm>
        </p:grpSpPr>
        <p:cxnSp>
          <p:nvCxnSpPr>
            <p:cNvPr id="752" name="Google Shape;752;p34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753" name="Google Shape;753;p34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754" name="Google Shape;754;p34"/>
            <p:cNvCxnSpPr/>
            <p:nvPr/>
          </p:nvCxnSpPr>
          <p:spPr>
            <a:xfrm rot="10800000">
              <a:off x="52214" y="654015"/>
              <a:ext cx="0" cy="2598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pic>
        <p:nvPicPr>
          <p:cNvPr id="755" name="Google Shape;755;p34" descr="A picture containing clipart, vector graphic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9479" y="271978"/>
            <a:ext cx="408216" cy="337660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34"/>
          <p:cNvSpPr txBox="1">
            <a:spLocks noGrp="1"/>
          </p:cNvSpPr>
          <p:nvPr>
            <p:ph type="dt" idx="10"/>
          </p:nvPr>
        </p:nvSpPr>
        <p:spPr>
          <a:xfrm>
            <a:off x="597017" y="4840976"/>
            <a:ext cx="15993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Mục lục">
  <p:cSld name="2_Mục lục"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35"/>
          <p:cNvSpPr/>
          <p:nvPr/>
        </p:nvSpPr>
        <p:spPr>
          <a:xfrm>
            <a:off x="8607287" y="4680817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59" name="Google Shape;759;p35"/>
          <p:cNvGrpSpPr/>
          <p:nvPr/>
        </p:nvGrpSpPr>
        <p:grpSpPr>
          <a:xfrm rot="10800000">
            <a:off x="6947777" y="4447903"/>
            <a:ext cx="2152257" cy="664889"/>
            <a:chOff x="44974" y="27296"/>
            <a:chExt cx="2869676" cy="886519"/>
          </a:xfrm>
        </p:grpSpPr>
        <p:cxnSp>
          <p:nvCxnSpPr>
            <p:cNvPr id="760" name="Google Shape;760;p35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61" name="Google Shape;761;p35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62" name="Google Shape;762;p35"/>
            <p:cNvCxnSpPr/>
            <p:nvPr/>
          </p:nvCxnSpPr>
          <p:spPr>
            <a:xfrm rot="10800000">
              <a:off x="52214" y="654015"/>
              <a:ext cx="0" cy="25980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763" name="Google Shape;763;p35"/>
          <p:cNvSpPr txBox="1">
            <a:spLocks noGrp="1"/>
          </p:cNvSpPr>
          <p:nvPr>
            <p:ph type="ftr" idx="11"/>
          </p:nvPr>
        </p:nvSpPr>
        <p:spPr>
          <a:xfrm>
            <a:off x="2599082" y="4849586"/>
            <a:ext cx="3945900" cy="1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grpSp>
        <p:nvGrpSpPr>
          <p:cNvPr id="764" name="Google Shape;764;p35"/>
          <p:cNvGrpSpPr/>
          <p:nvPr/>
        </p:nvGrpSpPr>
        <p:grpSpPr>
          <a:xfrm>
            <a:off x="-944916" y="841043"/>
            <a:ext cx="3631000" cy="3790500"/>
            <a:chOff x="-1259888" y="901609"/>
            <a:chExt cx="4841333" cy="5054000"/>
          </a:xfrm>
        </p:grpSpPr>
        <p:grpSp>
          <p:nvGrpSpPr>
            <p:cNvPr id="765" name="Google Shape;765;p35"/>
            <p:cNvGrpSpPr/>
            <p:nvPr/>
          </p:nvGrpSpPr>
          <p:grpSpPr>
            <a:xfrm>
              <a:off x="-1225468" y="901609"/>
              <a:ext cx="4806913" cy="664514"/>
              <a:chOff x="0" y="901609"/>
              <a:chExt cx="4806913" cy="664514"/>
            </a:xfrm>
          </p:grpSpPr>
          <p:cxnSp>
            <p:nvCxnSpPr>
              <p:cNvPr id="766" name="Google Shape;766;p35"/>
              <p:cNvCxnSpPr/>
              <p:nvPr/>
            </p:nvCxnSpPr>
            <p:spPr>
              <a:xfrm>
                <a:off x="0" y="1566123"/>
                <a:ext cx="2533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67" name="Google Shape;767;p35"/>
              <p:cNvCxnSpPr/>
              <p:nvPr/>
            </p:nvCxnSpPr>
            <p:spPr>
              <a:xfrm rot="10800000" flipH="1">
                <a:off x="2520285" y="1060023"/>
                <a:ext cx="591300" cy="5061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68" name="Google Shape;768;p35"/>
              <p:cNvCxnSpPr/>
              <p:nvPr/>
            </p:nvCxnSpPr>
            <p:spPr>
              <a:xfrm>
                <a:off x="3111690" y="1059987"/>
                <a:ext cx="13785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769" name="Google Shape;769;p35"/>
              <p:cNvSpPr/>
              <p:nvPr/>
            </p:nvSpPr>
            <p:spPr>
              <a:xfrm>
                <a:off x="4490113" y="901609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70" name="Google Shape;770;p35"/>
            <p:cNvGrpSpPr/>
            <p:nvPr/>
          </p:nvGrpSpPr>
          <p:grpSpPr>
            <a:xfrm rot="10800000" flipH="1">
              <a:off x="-1225468" y="5291095"/>
              <a:ext cx="4806913" cy="664514"/>
              <a:chOff x="0" y="1232525"/>
              <a:chExt cx="4806913" cy="664514"/>
            </a:xfrm>
          </p:grpSpPr>
          <p:cxnSp>
            <p:nvCxnSpPr>
              <p:cNvPr id="771" name="Google Shape;771;p35"/>
              <p:cNvCxnSpPr/>
              <p:nvPr/>
            </p:nvCxnSpPr>
            <p:spPr>
              <a:xfrm>
                <a:off x="0" y="1897039"/>
                <a:ext cx="2533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72" name="Google Shape;772;p35"/>
              <p:cNvCxnSpPr/>
              <p:nvPr/>
            </p:nvCxnSpPr>
            <p:spPr>
              <a:xfrm rot="10800000" flipH="1">
                <a:off x="2520285" y="1390939"/>
                <a:ext cx="591300" cy="5061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73" name="Google Shape;773;p35"/>
              <p:cNvCxnSpPr/>
              <p:nvPr/>
            </p:nvCxnSpPr>
            <p:spPr>
              <a:xfrm>
                <a:off x="3111690" y="1390903"/>
                <a:ext cx="13785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774" name="Google Shape;774;p35"/>
              <p:cNvSpPr/>
              <p:nvPr/>
            </p:nvSpPr>
            <p:spPr>
              <a:xfrm>
                <a:off x="4490113" y="1232525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75" name="Google Shape;775;p35"/>
            <p:cNvGrpSpPr/>
            <p:nvPr/>
          </p:nvGrpSpPr>
          <p:grpSpPr>
            <a:xfrm>
              <a:off x="-1225469" y="1860637"/>
              <a:ext cx="3835366" cy="547270"/>
              <a:chOff x="-1" y="1860637"/>
              <a:chExt cx="3835366" cy="547270"/>
            </a:xfrm>
          </p:grpSpPr>
          <p:sp>
            <p:nvSpPr>
              <p:cNvPr id="776" name="Google Shape;776;p35"/>
              <p:cNvSpPr/>
              <p:nvPr/>
            </p:nvSpPr>
            <p:spPr>
              <a:xfrm>
                <a:off x="3518565" y="1860637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777" name="Google Shape;777;p35"/>
              <p:cNvCxnSpPr/>
              <p:nvPr/>
            </p:nvCxnSpPr>
            <p:spPr>
              <a:xfrm>
                <a:off x="-1" y="2407907"/>
                <a:ext cx="19857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78" name="Google Shape;778;p35"/>
              <p:cNvCxnSpPr/>
              <p:nvPr/>
            </p:nvCxnSpPr>
            <p:spPr>
              <a:xfrm rot="10800000" flipH="1">
                <a:off x="1974958" y="2019107"/>
                <a:ext cx="463500" cy="388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79" name="Google Shape;779;p35"/>
              <p:cNvCxnSpPr/>
              <p:nvPr/>
            </p:nvCxnSpPr>
            <p:spPr>
              <a:xfrm>
                <a:off x="2438398" y="2019015"/>
                <a:ext cx="10803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780" name="Google Shape;780;p35"/>
            <p:cNvGrpSpPr/>
            <p:nvPr/>
          </p:nvGrpSpPr>
          <p:grpSpPr>
            <a:xfrm rot="10800000" flipH="1">
              <a:off x="-1259888" y="4408929"/>
              <a:ext cx="3835366" cy="547270"/>
              <a:chOff x="-1" y="1860637"/>
              <a:chExt cx="3835366" cy="547270"/>
            </a:xfrm>
          </p:grpSpPr>
          <p:sp>
            <p:nvSpPr>
              <p:cNvPr id="781" name="Google Shape;781;p35"/>
              <p:cNvSpPr/>
              <p:nvPr/>
            </p:nvSpPr>
            <p:spPr>
              <a:xfrm>
                <a:off x="3518565" y="1860637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782" name="Google Shape;782;p35"/>
              <p:cNvCxnSpPr/>
              <p:nvPr/>
            </p:nvCxnSpPr>
            <p:spPr>
              <a:xfrm>
                <a:off x="-1" y="2407907"/>
                <a:ext cx="19857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83" name="Google Shape;783;p35"/>
              <p:cNvCxnSpPr/>
              <p:nvPr/>
            </p:nvCxnSpPr>
            <p:spPr>
              <a:xfrm rot="10800000" flipH="1">
                <a:off x="1974958" y="2019107"/>
                <a:ext cx="463500" cy="388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84" name="Google Shape;784;p35"/>
              <p:cNvCxnSpPr/>
              <p:nvPr/>
            </p:nvCxnSpPr>
            <p:spPr>
              <a:xfrm>
                <a:off x="2438398" y="2019015"/>
                <a:ext cx="10803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785" name="Google Shape;785;p35"/>
            <p:cNvGrpSpPr/>
            <p:nvPr/>
          </p:nvGrpSpPr>
          <p:grpSpPr>
            <a:xfrm>
              <a:off x="-1252333" y="2715185"/>
              <a:ext cx="2776566" cy="436736"/>
              <a:chOff x="-26865" y="2715185"/>
              <a:chExt cx="2776566" cy="436736"/>
            </a:xfrm>
          </p:grpSpPr>
          <p:cxnSp>
            <p:nvCxnSpPr>
              <p:cNvPr id="786" name="Google Shape;786;p35"/>
              <p:cNvCxnSpPr/>
              <p:nvPr/>
            </p:nvCxnSpPr>
            <p:spPr>
              <a:xfrm>
                <a:off x="-26865" y="3151921"/>
                <a:ext cx="1402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87" name="Google Shape;787;p35"/>
              <p:cNvCxnSpPr/>
              <p:nvPr/>
            </p:nvCxnSpPr>
            <p:spPr>
              <a:xfrm rot="10800000" flipH="1">
                <a:off x="1368303" y="2877121"/>
                <a:ext cx="327300" cy="274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88" name="Google Shape;788;p35"/>
              <p:cNvCxnSpPr/>
              <p:nvPr/>
            </p:nvCxnSpPr>
            <p:spPr>
              <a:xfrm>
                <a:off x="1695690" y="2877197"/>
                <a:ext cx="7632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789" name="Google Shape;789;p35"/>
              <p:cNvSpPr/>
              <p:nvPr/>
            </p:nvSpPr>
            <p:spPr>
              <a:xfrm>
                <a:off x="2432901" y="2715185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0" name="Google Shape;790;p35"/>
            <p:cNvGrpSpPr/>
            <p:nvPr/>
          </p:nvGrpSpPr>
          <p:grpSpPr>
            <a:xfrm>
              <a:off x="-1225468" y="3843225"/>
              <a:ext cx="2802416" cy="433146"/>
              <a:chOff x="-34420" y="3843718"/>
              <a:chExt cx="2802416" cy="433146"/>
            </a:xfrm>
          </p:grpSpPr>
          <p:cxnSp>
            <p:nvCxnSpPr>
              <p:cNvPr id="791" name="Google Shape;791;p35"/>
              <p:cNvCxnSpPr/>
              <p:nvPr/>
            </p:nvCxnSpPr>
            <p:spPr>
              <a:xfrm>
                <a:off x="-34420" y="3843718"/>
                <a:ext cx="1402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92" name="Google Shape;792;p35"/>
              <p:cNvCxnSpPr/>
              <p:nvPr/>
            </p:nvCxnSpPr>
            <p:spPr>
              <a:xfrm>
                <a:off x="1360748" y="3843718"/>
                <a:ext cx="327300" cy="274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93" name="Google Shape;793;p35"/>
              <p:cNvCxnSpPr/>
              <p:nvPr/>
            </p:nvCxnSpPr>
            <p:spPr>
              <a:xfrm>
                <a:off x="1688135" y="4118442"/>
                <a:ext cx="7632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794" name="Google Shape;794;p35"/>
              <p:cNvSpPr/>
              <p:nvPr/>
            </p:nvSpPr>
            <p:spPr>
              <a:xfrm>
                <a:off x="2451196" y="3960064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95" name="Google Shape;795;p35"/>
          <p:cNvGrpSpPr/>
          <p:nvPr/>
        </p:nvGrpSpPr>
        <p:grpSpPr>
          <a:xfrm flipH="1">
            <a:off x="6455699" y="841043"/>
            <a:ext cx="3631000" cy="3790500"/>
            <a:chOff x="-1259888" y="901609"/>
            <a:chExt cx="4841333" cy="5054000"/>
          </a:xfrm>
        </p:grpSpPr>
        <p:grpSp>
          <p:nvGrpSpPr>
            <p:cNvPr id="796" name="Google Shape;796;p35"/>
            <p:cNvGrpSpPr/>
            <p:nvPr/>
          </p:nvGrpSpPr>
          <p:grpSpPr>
            <a:xfrm>
              <a:off x="-1225468" y="901609"/>
              <a:ext cx="4806913" cy="664514"/>
              <a:chOff x="0" y="901609"/>
              <a:chExt cx="4806913" cy="664514"/>
            </a:xfrm>
          </p:grpSpPr>
          <p:cxnSp>
            <p:nvCxnSpPr>
              <p:cNvPr id="797" name="Google Shape;797;p35"/>
              <p:cNvCxnSpPr/>
              <p:nvPr/>
            </p:nvCxnSpPr>
            <p:spPr>
              <a:xfrm>
                <a:off x="0" y="1566123"/>
                <a:ext cx="2533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98" name="Google Shape;798;p35"/>
              <p:cNvCxnSpPr/>
              <p:nvPr/>
            </p:nvCxnSpPr>
            <p:spPr>
              <a:xfrm rot="10800000" flipH="1">
                <a:off x="2520285" y="1060023"/>
                <a:ext cx="591300" cy="5061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99" name="Google Shape;799;p35"/>
              <p:cNvCxnSpPr/>
              <p:nvPr/>
            </p:nvCxnSpPr>
            <p:spPr>
              <a:xfrm>
                <a:off x="3111690" y="1059987"/>
                <a:ext cx="13785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800" name="Google Shape;800;p35"/>
              <p:cNvSpPr/>
              <p:nvPr/>
            </p:nvSpPr>
            <p:spPr>
              <a:xfrm>
                <a:off x="4490113" y="901609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01" name="Google Shape;801;p35"/>
            <p:cNvGrpSpPr/>
            <p:nvPr/>
          </p:nvGrpSpPr>
          <p:grpSpPr>
            <a:xfrm rot="10800000" flipH="1">
              <a:off x="-1225468" y="5291095"/>
              <a:ext cx="4806913" cy="664514"/>
              <a:chOff x="0" y="1232525"/>
              <a:chExt cx="4806913" cy="664514"/>
            </a:xfrm>
          </p:grpSpPr>
          <p:cxnSp>
            <p:nvCxnSpPr>
              <p:cNvPr id="802" name="Google Shape;802;p35"/>
              <p:cNvCxnSpPr/>
              <p:nvPr/>
            </p:nvCxnSpPr>
            <p:spPr>
              <a:xfrm>
                <a:off x="0" y="1897039"/>
                <a:ext cx="2533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03" name="Google Shape;803;p35"/>
              <p:cNvCxnSpPr/>
              <p:nvPr/>
            </p:nvCxnSpPr>
            <p:spPr>
              <a:xfrm rot="10800000" flipH="1">
                <a:off x="2520285" y="1390939"/>
                <a:ext cx="591300" cy="5061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04" name="Google Shape;804;p35"/>
              <p:cNvCxnSpPr/>
              <p:nvPr/>
            </p:nvCxnSpPr>
            <p:spPr>
              <a:xfrm>
                <a:off x="3111690" y="1390903"/>
                <a:ext cx="13785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805" name="Google Shape;805;p35"/>
              <p:cNvSpPr/>
              <p:nvPr/>
            </p:nvSpPr>
            <p:spPr>
              <a:xfrm>
                <a:off x="4490113" y="1232525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06" name="Google Shape;806;p35"/>
            <p:cNvGrpSpPr/>
            <p:nvPr/>
          </p:nvGrpSpPr>
          <p:grpSpPr>
            <a:xfrm>
              <a:off x="-1225469" y="1860637"/>
              <a:ext cx="3835366" cy="547270"/>
              <a:chOff x="-1" y="1860637"/>
              <a:chExt cx="3835366" cy="547270"/>
            </a:xfrm>
          </p:grpSpPr>
          <p:sp>
            <p:nvSpPr>
              <p:cNvPr id="807" name="Google Shape;807;p35"/>
              <p:cNvSpPr/>
              <p:nvPr/>
            </p:nvSpPr>
            <p:spPr>
              <a:xfrm>
                <a:off x="3518565" y="1860637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808" name="Google Shape;808;p35"/>
              <p:cNvCxnSpPr/>
              <p:nvPr/>
            </p:nvCxnSpPr>
            <p:spPr>
              <a:xfrm>
                <a:off x="-1" y="2407907"/>
                <a:ext cx="19857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09" name="Google Shape;809;p35"/>
              <p:cNvCxnSpPr/>
              <p:nvPr/>
            </p:nvCxnSpPr>
            <p:spPr>
              <a:xfrm rot="10800000" flipH="1">
                <a:off x="1974958" y="2019107"/>
                <a:ext cx="463500" cy="388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10" name="Google Shape;810;p35"/>
              <p:cNvCxnSpPr/>
              <p:nvPr/>
            </p:nvCxnSpPr>
            <p:spPr>
              <a:xfrm>
                <a:off x="2438398" y="2019015"/>
                <a:ext cx="10803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811" name="Google Shape;811;p35"/>
            <p:cNvGrpSpPr/>
            <p:nvPr/>
          </p:nvGrpSpPr>
          <p:grpSpPr>
            <a:xfrm rot="10800000" flipH="1">
              <a:off x="-1259888" y="4408929"/>
              <a:ext cx="3835366" cy="547270"/>
              <a:chOff x="-1" y="1860637"/>
              <a:chExt cx="3835366" cy="547270"/>
            </a:xfrm>
          </p:grpSpPr>
          <p:sp>
            <p:nvSpPr>
              <p:cNvPr id="812" name="Google Shape;812;p35"/>
              <p:cNvSpPr/>
              <p:nvPr/>
            </p:nvSpPr>
            <p:spPr>
              <a:xfrm>
                <a:off x="3518565" y="1860637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813" name="Google Shape;813;p35"/>
              <p:cNvCxnSpPr/>
              <p:nvPr/>
            </p:nvCxnSpPr>
            <p:spPr>
              <a:xfrm>
                <a:off x="-1" y="2407907"/>
                <a:ext cx="19857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14" name="Google Shape;814;p35"/>
              <p:cNvCxnSpPr/>
              <p:nvPr/>
            </p:nvCxnSpPr>
            <p:spPr>
              <a:xfrm rot="10800000" flipH="1">
                <a:off x="1974958" y="2019107"/>
                <a:ext cx="463500" cy="388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15" name="Google Shape;815;p35"/>
              <p:cNvCxnSpPr/>
              <p:nvPr/>
            </p:nvCxnSpPr>
            <p:spPr>
              <a:xfrm>
                <a:off x="2438398" y="2019015"/>
                <a:ext cx="10803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816" name="Google Shape;816;p35"/>
            <p:cNvGrpSpPr/>
            <p:nvPr/>
          </p:nvGrpSpPr>
          <p:grpSpPr>
            <a:xfrm>
              <a:off x="-1252333" y="2715185"/>
              <a:ext cx="2776566" cy="436736"/>
              <a:chOff x="-26865" y="2715185"/>
              <a:chExt cx="2776566" cy="436736"/>
            </a:xfrm>
          </p:grpSpPr>
          <p:cxnSp>
            <p:nvCxnSpPr>
              <p:cNvPr id="817" name="Google Shape;817;p35"/>
              <p:cNvCxnSpPr/>
              <p:nvPr/>
            </p:nvCxnSpPr>
            <p:spPr>
              <a:xfrm>
                <a:off x="-26865" y="3151921"/>
                <a:ext cx="1402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18" name="Google Shape;818;p35"/>
              <p:cNvCxnSpPr/>
              <p:nvPr/>
            </p:nvCxnSpPr>
            <p:spPr>
              <a:xfrm rot="10800000" flipH="1">
                <a:off x="1368303" y="2877121"/>
                <a:ext cx="327300" cy="274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19" name="Google Shape;819;p35"/>
              <p:cNvCxnSpPr/>
              <p:nvPr/>
            </p:nvCxnSpPr>
            <p:spPr>
              <a:xfrm>
                <a:off x="1695690" y="2877197"/>
                <a:ext cx="7632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820" name="Google Shape;820;p35"/>
              <p:cNvSpPr/>
              <p:nvPr/>
            </p:nvSpPr>
            <p:spPr>
              <a:xfrm>
                <a:off x="2432901" y="2715185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21" name="Google Shape;821;p35"/>
            <p:cNvGrpSpPr/>
            <p:nvPr/>
          </p:nvGrpSpPr>
          <p:grpSpPr>
            <a:xfrm>
              <a:off x="-1225468" y="3843225"/>
              <a:ext cx="2802416" cy="433146"/>
              <a:chOff x="-34420" y="3843718"/>
              <a:chExt cx="2802416" cy="433146"/>
            </a:xfrm>
          </p:grpSpPr>
          <p:cxnSp>
            <p:nvCxnSpPr>
              <p:cNvPr id="822" name="Google Shape;822;p35"/>
              <p:cNvCxnSpPr/>
              <p:nvPr/>
            </p:nvCxnSpPr>
            <p:spPr>
              <a:xfrm>
                <a:off x="-34420" y="3843718"/>
                <a:ext cx="1402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23" name="Google Shape;823;p35"/>
              <p:cNvCxnSpPr/>
              <p:nvPr/>
            </p:nvCxnSpPr>
            <p:spPr>
              <a:xfrm>
                <a:off x="1360748" y="3843718"/>
                <a:ext cx="327300" cy="274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24" name="Google Shape;824;p35"/>
              <p:cNvCxnSpPr/>
              <p:nvPr/>
            </p:nvCxnSpPr>
            <p:spPr>
              <a:xfrm>
                <a:off x="1688135" y="4118442"/>
                <a:ext cx="7632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825" name="Google Shape;825;p35"/>
              <p:cNvSpPr/>
              <p:nvPr/>
            </p:nvSpPr>
            <p:spPr>
              <a:xfrm>
                <a:off x="2451196" y="3960064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26" name="Google Shape;826;p35"/>
          <p:cNvSpPr/>
          <p:nvPr/>
        </p:nvSpPr>
        <p:spPr>
          <a:xfrm>
            <a:off x="8943443" y="4937355"/>
            <a:ext cx="175500" cy="175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35"/>
          <p:cNvSpPr txBox="1">
            <a:spLocks noGrp="1"/>
          </p:cNvSpPr>
          <p:nvPr>
            <p:ph type="sldNum" idx="12"/>
          </p:nvPr>
        </p:nvSpPr>
        <p:spPr>
          <a:xfrm>
            <a:off x="8925300" y="4924800"/>
            <a:ext cx="218700" cy="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8" name="Google Shape;828;p35"/>
          <p:cNvSpPr txBox="1"/>
          <p:nvPr/>
        </p:nvSpPr>
        <p:spPr>
          <a:xfrm>
            <a:off x="3526973" y="480061"/>
            <a:ext cx="2271600" cy="484800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68575" tIns="34275" rIns="68575" bIns="3427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NỘI DUNG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35"/>
          <p:cNvSpPr txBox="1">
            <a:spLocks noGrp="1"/>
          </p:cNvSpPr>
          <p:nvPr>
            <p:ph type="body" idx="1"/>
          </p:nvPr>
        </p:nvSpPr>
        <p:spPr>
          <a:xfrm>
            <a:off x="2051358" y="964760"/>
            <a:ext cx="5041500" cy="35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33655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AutoNum type="arabicPeriod"/>
              <a:defRPr sz="170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30" name="Google Shape;830;p35"/>
          <p:cNvSpPr/>
          <p:nvPr/>
        </p:nvSpPr>
        <p:spPr>
          <a:xfrm rot="10800000">
            <a:off x="13" y="83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31" name="Google Shape;831;p35"/>
          <p:cNvGrpSpPr/>
          <p:nvPr/>
        </p:nvGrpSpPr>
        <p:grpSpPr>
          <a:xfrm>
            <a:off x="43967" y="30708"/>
            <a:ext cx="2152257" cy="664889"/>
            <a:chOff x="44974" y="27296"/>
            <a:chExt cx="2869676" cy="886519"/>
          </a:xfrm>
        </p:grpSpPr>
        <p:cxnSp>
          <p:nvCxnSpPr>
            <p:cNvPr id="832" name="Google Shape;832;p35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833" name="Google Shape;833;p35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834" name="Google Shape;834;p35"/>
            <p:cNvCxnSpPr/>
            <p:nvPr/>
          </p:nvCxnSpPr>
          <p:spPr>
            <a:xfrm rot="10800000">
              <a:off x="52214" y="654015"/>
              <a:ext cx="0" cy="2598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pic>
        <p:nvPicPr>
          <p:cNvPr id="835" name="Google Shape;835;p35" descr="A picture containing clipart, vector graphic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9479" y="271978"/>
            <a:ext cx="408216" cy="337660"/>
          </a:xfrm>
          <a:prstGeom prst="rect">
            <a:avLst/>
          </a:prstGeom>
          <a:noFill/>
          <a:ln>
            <a:noFill/>
          </a:ln>
        </p:spPr>
      </p:pic>
      <p:sp>
        <p:nvSpPr>
          <p:cNvPr id="836" name="Google Shape;836;p35"/>
          <p:cNvSpPr txBox="1">
            <a:spLocks noGrp="1"/>
          </p:cNvSpPr>
          <p:nvPr>
            <p:ph type="dt" idx="10"/>
          </p:nvPr>
        </p:nvSpPr>
        <p:spPr>
          <a:xfrm>
            <a:off x="597017" y="4840976"/>
            <a:ext cx="15993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êu đề chương">
  <p:cSld name="1_Tiêu đề chương">
    <p:spTree>
      <p:nvGrpSpPr>
        <p:cNvPr id="1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8" name="Google Shape;838;p36" descr="Background patter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-1"/>
            <a:ext cx="9144001" cy="5141168"/>
          </a:xfrm>
          <a:prstGeom prst="rect">
            <a:avLst/>
          </a:prstGeom>
          <a:noFill/>
          <a:ln>
            <a:noFill/>
          </a:ln>
        </p:spPr>
      </p:pic>
      <p:sp>
        <p:nvSpPr>
          <p:cNvPr id="839" name="Google Shape;839;p3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0A4671">
                  <a:alpha val="74901"/>
                </a:srgbClr>
              </a:gs>
              <a:gs pos="100000">
                <a:srgbClr val="0A467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36"/>
          <p:cNvSpPr/>
          <p:nvPr/>
        </p:nvSpPr>
        <p:spPr>
          <a:xfrm>
            <a:off x="12019" y="3471967"/>
            <a:ext cx="325800" cy="260400"/>
          </a:xfrm>
          <a:prstGeom prst="rect">
            <a:avLst/>
          </a:prstGeom>
          <a:solidFill>
            <a:srgbClr val="00F7FF"/>
          </a:solidFill>
          <a:ln w="9525" cap="flat" cmpd="sng">
            <a:solidFill>
              <a:srgbClr val="00F7F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36"/>
          <p:cNvSpPr/>
          <p:nvPr/>
        </p:nvSpPr>
        <p:spPr>
          <a:xfrm>
            <a:off x="12019" y="3754231"/>
            <a:ext cx="325800" cy="260400"/>
          </a:xfrm>
          <a:prstGeom prst="rect">
            <a:avLst/>
          </a:prstGeom>
          <a:solidFill>
            <a:srgbClr val="00F7FF"/>
          </a:solidFill>
          <a:ln w="9525" cap="flat" cmpd="sng">
            <a:solidFill>
              <a:srgbClr val="00F7F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36"/>
          <p:cNvSpPr/>
          <p:nvPr/>
        </p:nvSpPr>
        <p:spPr>
          <a:xfrm>
            <a:off x="12019" y="4036495"/>
            <a:ext cx="325800" cy="260400"/>
          </a:xfrm>
          <a:prstGeom prst="rect">
            <a:avLst/>
          </a:prstGeom>
          <a:solidFill>
            <a:srgbClr val="00F7FF"/>
          </a:solidFill>
          <a:ln w="9525" cap="flat" cmpd="sng">
            <a:solidFill>
              <a:srgbClr val="00F7F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36"/>
          <p:cNvSpPr/>
          <p:nvPr/>
        </p:nvSpPr>
        <p:spPr>
          <a:xfrm>
            <a:off x="12019" y="4318759"/>
            <a:ext cx="325800" cy="260400"/>
          </a:xfrm>
          <a:prstGeom prst="rect">
            <a:avLst/>
          </a:prstGeom>
          <a:noFill/>
          <a:ln w="9525" cap="flat" cmpd="sng">
            <a:solidFill>
              <a:srgbClr val="00F7F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36"/>
          <p:cNvSpPr/>
          <p:nvPr/>
        </p:nvSpPr>
        <p:spPr>
          <a:xfrm>
            <a:off x="12019" y="4601023"/>
            <a:ext cx="325800" cy="260400"/>
          </a:xfrm>
          <a:prstGeom prst="rect">
            <a:avLst/>
          </a:prstGeom>
          <a:noFill/>
          <a:ln w="9525" cap="flat" cmpd="sng">
            <a:solidFill>
              <a:srgbClr val="00F7F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36"/>
          <p:cNvSpPr/>
          <p:nvPr/>
        </p:nvSpPr>
        <p:spPr>
          <a:xfrm>
            <a:off x="12019" y="4883288"/>
            <a:ext cx="325800" cy="260400"/>
          </a:xfrm>
          <a:prstGeom prst="rect">
            <a:avLst/>
          </a:prstGeom>
          <a:noFill/>
          <a:ln w="9525" cap="flat" cmpd="sng">
            <a:solidFill>
              <a:srgbClr val="00F7F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36"/>
          <p:cNvSpPr/>
          <p:nvPr/>
        </p:nvSpPr>
        <p:spPr>
          <a:xfrm rot="10800000">
            <a:off x="13" y="83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47" name="Google Shape;847;p36"/>
          <p:cNvGrpSpPr/>
          <p:nvPr/>
        </p:nvGrpSpPr>
        <p:grpSpPr>
          <a:xfrm>
            <a:off x="43967" y="30708"/>
            <a:ext cx="2152257" cy="1172534"/>
            <a:chOff x="44974" y="27296"/>
            <a:chExt cx="2869676" cy="1563379"/>
          </a:xfrm>
        </p:grpSpPr>
        <p:cxnSp>
          <p:nvCxnSpPr>
            <p:cNvPr id="848" name="Google Shape;848;p36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F7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849" name="Google Shape;849;p36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F7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850" name="Google Shape;850;p36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flat" cmpd="sng">
              <a:solidFill>
                <a:srgbClr val="00F7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851" name="Google Shape;851;p36"/>
          <p:cNvSpPr/>
          <p:nvPr/>
        </p:nvSpPr>
        <p:spPr>
          <a:xfrm>
            <a:off x="8607287" y="4680817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52" name="Google Shape;852;p36"/>
          <p:cNvGrpSpPr/>
          <p:nvPr/>
        </p:nvGrpSpPr>
        <p:grpSpPr>
          <a:xfrm rot="10800000">
            <a:off x="6947777" y="3940258"/>
            <a:ext cx="2152257" cy="1172534"/>
            <a:chOff x="44974" y="27296"/>
            <a:chExt cx="2869676" cy="1563379"/>
          </a:xfrm>
        </p:grpSpPr>
        <p:cxnSp>
          <p:nvCxnSpPr>
            <p:cNvPr id="853" name="Google Shape;853;p36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54" name="Google Shape;854;p36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55" name="Google Shape;855;p36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856" name="Google Shape;856;p36"/>
          <p:cNvSpPr/>
          <p:nvPr/>
        </p:nvSpPr>
        <p:spPr>
          <a:xfrm>
            <a:off x="8946554" y="4937363"/>
            <a:ext cx="175500" cy="175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p36"/>
          <p:cNvSpPr/>
          <p:nvPr/>
        </p:nvSpPr>
        <p:spPr>
          <a:xfrm>
            <a:off x="8692153" y="79409"/>
            <a:ext cx="366980" cy="303866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36"/>
          <p:cNvSpPr txBox="1">
            <a:spLocks noGrp="1"/>
          </p:cNvSpPr>
          <p:nvPr>
            <p:ph type="sldNum" idx="12"/>
          </p:nvPr>
        </p:nvSpPr>
        <p:spPr>
          <a:xfrm>
            <a:off x="8924544" y="4906662"/>
            <a:ext cx="219300" cy="2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59" name="Google Shape;859;p36"/>
          <p:cNvSpPr txBox="1">
            <a:spLocks noGrp="1"/>
          </p:cNvSpPr>
          <p:nvPr>
            <p:ph type="body" idx="1"/>
          </p:nvPr>
        </p:nvSpPr>
        <p:spPr>
          <a:xfrm>
            <a:off x="1103197" y="1571270"/>
            <a:ext cx="4698300" cy="6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F7FF"/>
              </a:buClr>
              <a:buSzPts val="3300"/>
              <a:buNone/>
              <a:defRPr sz="3300" b="1">
                <a:solidFill>
                  <a:srgbClr val="00F7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60" name="Google Shape;860;p36"/>
          <p:cNvSpPr txBox="1">
            <a:spLocks noGrp="1"/>
          </p:cNvSpPr>
          <p:nvPr>
            <p:ph type="body" idx="2"/>
          </p:nvPr>
        </p:nvSpPr>
        <p:spPr>
          <a:xfrm>
            <a:off x="1103197" y="2376869"/>
            <a:ext cx="6685500" cy="5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61" name="Google Shape;861;p36"/>
          <p:cNvSpPr txBox="1">
            <a:spLocks noGrp="1"/>
          </p:cNvSpPr>
          <p:nvPr>
            <p:ph type="body" idx="3"/>
          </p:nvPr>
        </p:nvSpPr>
        <p:spPr>
          <a:xfrm>
            <a:off x="1103197" y="3103048"/>
            <a:ext cx="5360100" cy="6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62" name="Google Shape;862;p36"/>
          <p:cNvSpPr txBox="1">
            <a:spLocks noGrp="1"/>
          </p:cNvSpPr>
          <p:nvPr>
            <p:ph type="body" idx="4"/>
          </p:nvPr>
        </p:nvSpPr>
        <p:spPr>
          <a:xfrm>
            <a:off x="6672432" y="3923927"/>
            <a:ext cx="18909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F7FF"/>
              </a:buClr>
              <a:buSzPts val="9000"/>
              <a:buNone/>
              <a:defRPr sz="9000" b="1">
                <a:solidFill>
                  <a:srgbClr val="00F7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cxnSp>
        <p:nvCxnSpPr>
          <p:cNvPr id="863" name="Google Shape;863;p36"/>
          <p:cNvCxnSpPr/>
          <p:nvPr/>
        </p:nvCxnSpPr>
        <p:spPr>
          <a:xfrm>
            <a:off x="1180617" y="2234762"/>
            <a:ext cx="2673600" cy="0"/>
          </a:xfrm>
          <a:prstGeom prst="straightConnector1">
            <a:avLst/>
          </a:prstGeom>
          <a:noFill/>
          <a:ln w="19050" cap="rnd" cmpd="sng">
            <a:solidFill>
              <a:srgbClr val="00F7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64" name="Google Shape;864;p36"/>
          <p:cNvSpPr txBox="1">
            <a:spLocks noGrp="1"/>
          </p:cNvSpPr>
          <p:nvPr>
            <p:ph type="dt" idx="10"/>
          </p:nvPr>
        </p:nvSpPr>
        <p:spPr>
          <a:xfrm>
            <a:off x="628650" y="4861235"/>
            <a:ext cx="1567500" cy="1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65" name="Google Shape;865;p36"/>
          <p:cNvSpPr txBox="1">
            <a:spLocks noGrp="1"/>
          </p:cNvSpPr>
          <p:nvPr>
            <p:ph type="ftr" idx="11"/>
          </p:nvPr>
        </p:nvSpPr>
        <p:spPr>
          <a:xfrm>
            <a:off x="2758109" y="4861235"/>
            <a:ext cx="3357000" cy="1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g trống" type="blank">
  <p:cSld name="BLANK"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37"/>
          <p:cNvSpPr txBox="1">
            <a:spLocks noGrp="1"/>
          </p:cNvSpPr>
          <p:nvPr>
            <p:ph type="ftr" idx="11"/>
          </p:nvPr>
        </p:nvSpPr>
        <p:spPr>
          <a:xfrm>
            <a:off x="2763078" y="4861235"/>
            <a:ext cx="3617700" cy="1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68" name="Google Shape;868;p37"/>
          <p:cNvSpPr/>
          <p:nvPr/>
        </p:nvSpPr>
        <p:spPr>
          <a:xfrm rot="10800000">
            <a:off x="-1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37"/>
          <p:cNvSpPr/>
          <p:nvPr/>
        </p:nvSpPr>
        <p:spPr>
          <a:xfrm rot="10800000">
            <a:off x="13" y="83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70" name="Google Shape;870;p37"/>
          <p:cNvGrpSpPr/>
          <p:nvPr/>
        </p:nvGrpSpPr>
        <p:grpSpPr>
          <a:xfrm>
            <a:off x="43967" y="30708"/>
            <a:ext cx="2152257" cy="1172534"/>
            <a:chOff x="44974" y="27296"/>
            <a:chExt cx="2869676" cy="1563379"/>
          </a:xfrm>
        </p:grpSpPr>
        <p:cxnSp>
          <p:nvCxnSpPr>
            <p:cNvPr id="871" name="Google Shape;871;p37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872" name="Google Shape;872;p37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873" name="Google Shape;873;p37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874" name="Google Shape;874;p37"/>
          <p:cNvSpPr/>
          <p:nvPr/>
        </p:nvSpPr>
        <p:spPr>
          <a:xfrm>
            <a:off x="8607287" y="4680817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75" name="Google Shape;875;p37"/>
          <p:cNvGrpSpPr/>
          <p:nvPr/>
        </p:nvGrpSpPr>
        <p:grpSpPr>
          <a:xfrm rot="10800000">
            <a:off x="6947777" y="3940258"/>
            <a:ext cx="2152257" cy="1172534"/>
            <a:chOff x="44974" y="27296"/>
            <a:chExt cx="2869676" cy="1563379"/>
          </a:xfrm>
        </p:grpSpPr>
        <p:cxnSp>
          <p:nvCxnSpPr>
            <p:cNvPr id="876" name="Google Shape;876;p37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77" name="Google Shape;877;p37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78" name="Google Shape;878;p37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879" name="Google Shape;879;p37"/>
          <p:cNvSpPr/>
          <p:nvPr/>
        </p:nvSpPr>
        <p:spPr>
          <a:xfrm>
            <a:off x="8944906" y="4941813"/>
            <a:ext cx="175500" cy="175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0" name="Google Shape;880;p37"/>
          <p:cNvSpPr/>
          <p:nvPr/>
        </p:nvSpPr>
        <p:spPr>
          <a:xfrm>
            <a:off x="12019" y="3471967"/>
            <a:ext cx="325800" cy="260400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6" scaled="0"/>
          </a:gradFill>
          <a:ln w="9525" cap="flat" cmpd="sng">
            <a:solidFill>
              <a:srgbClr val="0072F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37"/>
          <p:cNvSpPr/>
          <p:nvPr/>
        </p:nvSpPr>
        <p:spPr>
          <a:xfrm>
            <a:off x="12019" y="3754231"/>
            <a:ext cx="325800" cy="260400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6" scaled="0"/>
          </a:gradFill>
          <a:ln w="9525" cap="flat" cmpd="sng">
            <a:solidFill>
              <a:srgbClr val="0072F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37"/>
          <p:cNvSpPr/>
          <p:nvPr/>
        </p:nvSpPr>
        <p:spPr>
          <a:xfrm>
            <a:off x="12019" y="4036495"/>
            <a:ext cx="325800" cy="260400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6" scaled="0"/>
          </a:gradFill>
          <a:ln w="9525" cap="flat" cmpd="sng">
            <a:solidFill>
              <a:srgbClr val="0072F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37"/>
          <p:cNvSpPr/>
          <p:nvPr/>
        </p:nvSpPr>
        <p:spPr>
          <a:xfrm>
            <a:off x="12019" y="4318759"/>
            <a:ext cx="325800" cy="260400"/>
          </a:xfrm>
          <a:prstGeom prst="rect">
            <a:avLst/>
          </a:prstGeom>
          <a:noFill/>
          <a:ln w="9525" cap="flat" cmpd="sng">
            <a:solidFill>
              <a:srgbClr val="0072F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37"/>
          <p:cNvSpPr/>
          <p:nvPr/>
        </p:nvSpPr>
        <p:spPr>
          <a:xfrm>
            <a:off x="12019" y="4601023"/>
            <a:ext cx="325800" cy="260400"/>
          </a:xfrm>
          <a:prstGeom prst="rect">
            <a:avLst/>
          </a:prstGeom>
          <a:noFill/>
          <a:ln w="9525" cap="flat" cmpd="sng">
            <a:solidFill>
              <a:srgbClr val="0072F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37"/>
          <p:cNvSpPr/>
          <p:nvPr/>
        </p:nvSpPr>
        <p:spPr>
          <a:xfrm>
            <a:off x="12019" y="4883288"/>
            <a:ext cx="325800" cy="260400"/>
          </a:xfrm>
          <a:prstGeom prst="rect">
            <a:avLst/>
          </a:prstGeom>
          <a:noFill/>
          <a:ln w="9525" cap="flat" cmpd="sng">
            <a:solidFill>
              <a:srgbClr val="0072F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6" name="Google Shape;886;p37" descr="A picture containing clipart, vector graphic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9479" y="271978"/>
            <a:ext cx="408216" cy="337660"/>
          </a:xfrm>
          <a:prstGeom prst="rect">
            <a:avLst/>
          </a:prstGeom>
          <a:noFill/>
          <a:ln>
            <a:noFill/>
          </a:ln>
        </p:spPr>
      </p:pic>
      <p:sp>
        <p:nvSpPr>
          <p:cNvPr id="887" name="Google Shape;887;p37"/>
          <p:cNvSpPr txBox="1">
            <a:spLocks noGrp="1"/>
          </p:cNvSpPr>
          <p:nvPr>
            <p:ph type="sldNum" idx="12"/>
          </p:nvPr>
        </p:nvSpPr>
        <p:spPr>
          <a:xfrm>
            <a:off x="8923274" y="4920182"/>
            <a:ext cx="218700" cy="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8" name="Google Shape;888;p37"/>
          <p:cNvSpPr txBox="1">
            <a:spLocks noGrp="1"/>
          </p:cNvSpPr>
          <p:nvPr>
            <p:ph type="dt" idx="10"/>
          </p:nvPr>
        </p:nvSpPr>
        <p:spPr>
          <a:xfrm>
            <a:off x="628650" y="4861235"/>
            <a:ext cx="1611300" cy="1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êu đề chương">
  <p:cSld name="3_Tiêu đề chương">
    <p:spTree>
      <p:nvGrpSpPr>
        <p:cNvPr id="1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0" name="Google Shape;890;p38" descr="Background patter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-1"/>
            <a:ext cx="9144001" cy="5141168"/>
          </a:xfrm>
          <a:prstGeom prst="rect">
            <a:avLst/>
          </a:prstGeom>
          <a:noFill/>
          <a:ln>
            <a:noFill/>
          </a:ln>
        </p:spPr>
      </p:pic>
      <p:sp>
        <p:nvSpPr>
          <p:cNvPr id="891" name="Google Shape;891;p38"/>
          <p:cNvSpPr/>
          <p:nvPr/>
        </p:nvSpPr>
        <p:spPr>
          <a:xfrm>
            <a:off x="-1" y="-2335"/>
            <a:ext cx="9144000" cy="5143500"/>
          </a:xfrm>
          <a:prstGeom prst="rect">
            <a:avLst/>
          </a:prstGeom>
          <a:gradFill>
            <a:gsLst>
              <a:gs pos="0">
                <a:srgbClr val="0A4671">
                  <a:alpha val="74901"/>
                </a:srgbClr>
              </a:gs>
              <a:gs pos="100000">
                <a:srgbClr val="0A467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38"/>
          <p:cNvSpPr/>
          <p:nvPr/>
        </p:nvSpPr>
        <p:spPr>
          <a:xfrm rot="10800000">
            <a:off x="13" y="83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93" name="Google Shape;893;p38"/>
          <p:cNvGrpSpPr/>
          <p:nvPr/>
        </p:nvGrpSpPr>
        <p:grpSpPr>
          <a:xfrm>
            <a:off x="43967" y="30708"/>
            <a:ext cx="2152257" cy="1172534"/>
            <a:chOff x="44974" y="27296"/>
            <a:chExt cx="2869676" cy="1563379"/>
          </a:xfrm>
        </p:grpSpPr>
        <p:cxnSp>
          <p:nvCxnSpPr>
            <p:cNvPr id="894" name="Google Shape;894;p38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F7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895" name="Google Shape;895;p38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F7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896" name="Google Shape;896;p38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flat" cmpd="sng">
              <a:solidFill>
                <a:srgbClr val="00F7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897" name="Google Shape;897;p38"/>
          <p:cNvSpPr/>
          <p:nvPr/>
        </p:nvSpPr>
        <p:spPr>
          <a:xfrm>
            <a:off x="8607287" y="4680817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98" name="Google Shape;898;p38"/>
          <p:cNvGrpSpPr/>
          <p:nvPr/>
        </p:nvGrpSpPr>
        <p:grpSpPr>
          <a:xfrm rot="10800000">
            <a:off x="6947777" y="3940258"/>
            <a:ext cx="2152257" cy="1172534"/>
            <a:chOff x="44974" y="27296"/>
            <a:chExt cx="2869676" cy="1563379"/>
          </a:xfrm>
        </p:grpSpPr>
        <p:cxnSp>
          <p:nvCxnSpPr>
            <p:cNvPr id="899" name="Google Shape;899;p38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00" name="Google Shape;900;p38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01" name="Google Shape;901;p38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902" name="Google Shape;902;p38"/>
          <p:cNvSpPr/>
          <p:nvPr/>
        </p:nvSpPr>
        <p:spPr>
          <a:xfrm>
            <a:off x="8692153" y="79409"/>
            <a:ext cx="366980" cy="303866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38"/>
          <p:cNvSpPr txBox="1">
            <a:spLocks noGrp="1"/>
          </p:cNvSpPr>
          <p:nvPr>
            <p:ph type="dt" idx="10"/>
          </p:nvPr>
        </p:nvSpPr>
        <p:spPr>
          <a:xfrm>
            <a:off x="4545225" y="4861235"/>
            <a:ext cx="1567500" cy="1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04" name="Google Shape;904;p38"/>
          <p:cNvSpPr txBox="1">
            <a:spLocks noGrp="1"/>
          </p:cNvSpPr>
          <p:nvPr>
            <p:ph type="ftr" idx="11"/>
          </p:nvPr>
        </p:nvSpPr>
        <p:spPr>
          <a:xfrm>
            <a:off x="628650" y="4861235"/>
            <a:ext cx="3357000" cy="1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05" name="Google Shape;905;p38"/>
          <p:cNvSpPr/>
          <p:nvPr/>
        </p:nvSpPr>
        <p:spPr>
          <a:xfrm>
            <a:off x="71406" y="4937363"/>
            <a:ext cx="175500" cy="175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p38"/>
          <p:cNvSpPr txBox="1">
            <a:spLocks noGrp="1"/>
          </p:cNvSpPr>
          <p:nvPr>
            <p:ph type="sldNum" idx="12"/>
          </p:nvPr>
        </p:nvSpPr>
        <p:spPr>
          <a:xfrm>
            <a:off x="49396" y="4906662"/>
            <a:ext cx="219300" cy="2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07" name="Google Shape;907;p38"/>
          <p:cNvSpPr>
            <a:spLocks noGrp="1"/>
          </p:cNvSpPr>
          <p:nvPr>
            <p:ph type="body" idx="1"/>
          </p:nvPr>
        </p:nvSpPr>
        <p:spPr>
          <a:xfrm>
            <a:off x="1278082" y="2264375"/>
            <a:ext cx="3438000" cy="1079700"/>
          </a:xfrm>
          <a:prstGeom prst="roundRect">
            <a:avLst>
              <a:gd name="adj" fmla="val 2631"/>
            </a:avLst>
          </a:prstGeom>
          <a:solidFill>
            <a:srgbClr val="F2F2F2"/>
          </a:solidFill>
          <a:ln w="14300" cap="rnd" cmpd="sng">
            <a:solidFill>
              <a:srgbClr val="00C6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72FF"/>
              </a:buClr>
              <a:buSzPts val="1500"/>
              <a:buNone/>
              <a:defRPr sz="1500" b="1" i="0">
                <a:solidFill>
                  <a:srgbClr val="0072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grpSp>
        <p:nvGrpSpPr>
          <p:cNvPr id="908" name="Google Shape;908;p38"/>
          <p:cNvGrpSpPr/>
          <p:nvPr/>
        </p:nvGrpSpPr>
        <p:grpSpPr>
          <a:xfrm>
            <a:off x="-1" y="3343819"/>
            <a:ext cx="6485361" cy="498385"/>
            <a:chOff x="-349411" y="1322122"/>
            <a:chExt cx="8647148" cy="664514"/>
          </a:xfrm>
        </p:grpSpPr>
        <p:cxnSp>
          <p:nvCxnSpPr>
            <p:cNvPr id="909" name="Google Shape;909;p38"/>
            <p:cNvCxnSpPr/>
            <p:nvPr/>
          </p:nvCxnSpPr>
          <p:spPr>
            <a:xfrm>
              <a:off x="-349411" y="1986636"/>
              <a:ext cx="6360600" cy="0"/>
            </a:xfrm>
            <a:prstGeom prst="straightConnector1">
              <a:avLst/>
            </a:prstGeom>
            <a:noFill/>
            <a:ln w="28575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10" name="Google Shape;910;p38"/>
            <p:cNvCxnSpPr/>
            <p:nvPr/>
          </p:nvCxnSpPr>
          <p:spPr>
            <a:xfrm rot="10800000" flipH="1">
              <a:off x="6011109" y="1480536"/>
              <a:ext cx="591300" cy="506100"/>
            </a:xfrm>
            <a:prstGeom prst="straightConnector1">
              <a:avLst/>
            </a:prstGeom>
            <a:noFill/>
            <a:ln w="28575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11" name="Google Shape;911;p38"/>
            <p:cNvCxnSpPr/>
            <p:nvPr/>
          </p:nvCxnSpPr>
          <p:spPr>
            <a:xfrm>
              <a:off x="6602514" y="1480500"/>
              <a:ext cx="1378500" cy="0"/>
            </a:xfrm>
            <a:prstGeom prst="straightConnector1">
              <a:avLst/>
            </a:prstGeom>
            <a:noFill/>
            <a:ln w="28575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912" name="Google Shape;912;p38"/>
            <p:cNvSpPr/>
            <p:nvPr/>
          </p:nvSpPr>
          <p:spPr>
            <a:xfrm>
              <a:off x="7980937" y="1322122"/>
              <a:ext cx="316800" cy="316800"/>
            </a:xfrm>
            <a:prstGeom prst="ellipse">
              <a:avLst/>
            </a:prstGeom>
            <a:gradFill>
              <a:gsLst>
                <a:gs pos="0">
                  <a:srgbClr val="00F7FF"/>
                </a:gs>
                <a:gs pos="100000">
                  <a:srgbClr val="00C6FF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13" name="Google Shape;913;p38"/>
          <p:cNvSpPr/>
          <p:nvPr/>
        </p:nvSpPr>
        <p:spPr>
          <a:xfrm>
            <a:off x="597017" y="2052285"/>
            <a:ext cx="1514700" cy="1514700"/>
          </a:xfrm>
          <a:prstGeom prst="ellipse">
            <a:avLst/>
          </a:prstGeom>
          <a:gradFill>
            <a:gsLst>
              <a:gs pos="0">
                <a:srgbClr val="00C6FF"/>
              </a:gs>
              <a:gs pos="100000">
                <a:srgbClr val="0072FF"/>
              </a:gs>
            </a:gsLst>
            <a:lin ang="5400012" scaled="0"/>
          </a:gradFill>
          <a:ln w="9525" cap="flat" cmpd="sng">
            <a:solidFill>
              <a:srgbClr val="00C6F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4" name="Google Shape;914;p38"/>
          <p:cNvSpPr>
            <a:spLocks noGrp="1"/>
          </p:cNvSpPr>
          <p:nvPr>
            <p:ph type="pic" idx="2"/>
          </p:nvPr>
        </p:nvSpPr>
        <p:spPr>
          <a:xfrm>
            <a:off x="517745" y="2046747"/>
            <a:ext cx="1515600" cy="1514700"/>
          </a:xfrm>
          <a:prstGeom prst="ellipse">
            <a:avLst/>
          </a:prstGeom>
          <a:solidFill>
            <a:schemeClr val="lt1"/>
          </a:solidFill>
          <a:ln w="14300" cap="flat" cmpd="sng">
            <a:solidFill>
              <a:srgbClr val="00F7FF"/>
            </a:solidFill>
            <a:prstDash val="solid"/>
            <a:round/>
            <a:headEnd type="none" w="sm" len="sm"/>
            <a:tailEnd type="none" w="sm" len="sm"/>
          </a:ln>
          <a:effectLst>
            <a:outerShdw blurRad="47625" sx="102000" sy="102000" algn="ctr" rotWithShape="0">
              <a:srgbClr val="000000">
                <a:alpha val="40000"/>
              </a:srgbClr>
            </a:outerShdw>
          </a:effectLst>
        </p:spPr>
      </p:sp>
      <p:sp>
        <p:nvSpPr>
          <p:cNvPr id="915" name="Google Shape;915;p38"/>
          <p:cNvSpPr txBox="1">
            <a:spLocks noGrp="1"/>
          </p:cNvSpPr>
          <p:nvPr>
            <p:ph type="body" idx="3"/>
          </p:nvPr>
        </p:nvSpPr>
        <p:spPr>
          <a:xfrm>
            <a:off x="2033410" y="1697815"/>
            <a:ext cx="26826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lvl="0" indent="-2286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F7FF"/>
              </a:buClr>
              <a:buSzPts val="2700"/>
              <a:buNone/>
              <a:defRPr sz="2700" b="1">
                <a:solidFill>
                  <a:srgbClr val="00F7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Mục lục">
  <p:cSld name="1_Mục lục">
    <p:spTree>
      <p:nvGrpSpPr>
        <p:cNvPr id="1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39"/>
          <p:cNvSpPr/>
          <p:nvPr/>
        </p:nvSpPr>
        <p:spPr>
          <a:xfrm>
            <a:off x="8607287" y="4680817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18" name="Google Shape;918;p39"/>
          <p:cNvGrpSpPr/>
          <p:nvPr/>
        </p:nvGrpSpPr>
        <p:grpSpPr>
          <a:xfrm rot="10800000">
            <a:off x="6947777" y="4447903"/>
            <a:ext cx="2152257" cy="664889"/>
            <a:chOff x="44974" y="27296"/>
            <a:chExt cx="2869676" cy="886519"/>
          </a:xfrm>
        </p:grpSpPr>
        <p:cxnSp>
          <p:nvCxnSpPr>
            <p:cNvPr id="919" name="Google Shape;919;p39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20" name="Google Shape;920;p39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21" name="Google Shape;921;p39"/>
            <p:cNvCxnSpPr/>
            <p:nvPr/>
          </p:nvCxnSpPr>
          <p:spPr>
            <a:xfrm rot="10800000">
              <a:off x="52214" y="654015"/>
              <a:ext cx="0" cy="25980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922" name="Google Shape;922;p39"/>
          <p:cNvSpPr txBox="1">
            <a:spLocks noGrp="1"/>
          </p:cNvSpPr>
          <p:nvPr>
            <p:ph type="ftr" idx="11"/>
          </p:nvPr>
        </p:nvSpPr>
        <p:spPr>
          <a:xfrm>
            <a:off x="2599082" y="4849586"/>
            <a:ext cx="3945900" cy="1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grpSp>
        <p:nvGrpSpPr>
          <p:cNvPr id="923" name="Google Shape;923;p39"/>
          <p:cNvGrpSpPr/>
          <p:nvPr/>
        </p:nvGrpSpPr>
        <p:grpSpPr>
          <a:xfrm>
            <a:off x="-1742644" y="841043"/>
            <a:ext cx="3631000" cy="3790500"/>
            <a:chOff x="-1259888" y="901609"/>
            <a:chExt cx="4841333" cy="5054000"/>
          </a:xfrm>
        </p:grpSpPr>
        <p:grpSp>
          <p:nvGrpSpPr>
            <p:cNvPr id="924" name="Google Shape;924;p39"/>
            <p:cNvGrpSpPr/>
            <p:nvPr/>
          </p:nvGrpSpPr>
          <p:grpSpPr>
            <a:xfrm>
              <a:off x="-1225468" y="901609"/>
              <a:ext cx="4806913" cy="664514"/>
              <a:chOff x="0" y="901609"/>
              <a:chExt cx="4806913" cy="664514"/>
            </a:xfrm>
          </p:grpSpPr>
          <p:cxnSp>
            <p:nvCxnSpPr>
              <p:cNvPr id="925" name="Google Shape;925;p39"/>
              <p:cNvCxnSpPr/>
              <p:nvPr/>
            </p:nvCxnSpPr>
            <p:spPr>
              <a:xfrm>
                <a:off x="0" y="1566123"/>
                <a:ext cx="2533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26" name="Google Shape;926;p39"/>
              <p:cNvCxnSpPr/>
              <p:nvPr/>
            </p:nvCxnSpPr>
            <p:spPr>
              <a:xfrm rot="10800000" flipH="1">
                <a:off x="2520285" y="1060023"/>
                <a:ext cx="591300" cy="5061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27" name="Google Shape;927;p39"/>
              <p:cNvCxnSpPr/>
              <p:nvPr/>
            </p:nvCxnSpPr>
            <p:spPr>
              <a:xfrm>
                <a:off x="3111690" y="1059987"/>
                <a:ext cx="13785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928" name="Google Shape;928;p39"/>
              <p:cNvSpPr/>
              <p:nvPr/>
            </p:nvSpPr>
            <p:spPr>
              <a:xfrm>
                <a:off x="4490113" y="901609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6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29" name="Google Shape;929;p39"/>
            <p:cNvGrpSpPr/>
            <p:nvPr/>
          </p:nvGrpSpPr>
          <p:grpSpPr>
            <a:xfrm rot="10800000" flipH="1">
              <a:off x="-1225468" y="5291095"/>
              <a:ext cx="4806913" cy="664514"/>
              <a:chOff x="0" y="1232525"/>
              <a:chExt cx="4806913" cy="664514"/>
            </a:xfrm>
          </p:grpSpPr>
          <p:cxnSp>
            <p:nvCxnSpPr>
              <p:cNvPr id="930" name="Google Shape;930;p39"/>
              <p:cNvCxnSpPr/>
              <p:nvPr/>
            </p:nvCxnSpPr>
            <p:spPr>
              <a:xfrm>
                <a:off x="0" y="1897039"/>
                <a:ext cx="2533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31" name="Google Shape;931;p39"/>
              <p:cNvCxnSpPr/>
              <p:nvPr/>
            </p:nvCxnSpPr>
            <p:spPr>
              <a:xfrm rot="10800000" flipH="1">
                <a:off x="2520285" y="1390939"/>
                <a:ext cx="591300" cy="5061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32" name="Google Shape;932;p39"/>
              <p:cNvCxnSpPr/>
              <p:nvPr/>
            </p:nvCxnSpPr>
            <p:spPr>
              <a:xfrm>
                <a:off x="3111690" y="1390903"/>
                <a:ext cx="13785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933" name="Google Shape;933;p39"/>
              <p:cNvSpPr/>
              <p:nvPr/>
            </p:nvSpPr>
            <p:spPr>
              <a:xfrm>
                <a:off x="4490113" y="1232525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6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34" name="Google Shape;934;p39"/>
            <p:cNvGrpSpPr/>
            <p:nvPr/>
          </p:nvGrpSpPr>
          <p:grpSpPr>
            <a:xfrm>
              <a:off x="-1225469" y="1860637"/>
              <a:ext cx="3835366" cy="547270"/>
              <a:chOff x="-1" y="1860637"/>
              <a:chExt cx="3835366" cy="547270"/>
            </a:xfrm>
          </p:grpSpPr>
          <p:sp>
            <p:nvSpPr>
              <p:cNvPr id="935" name="Google Shape;935;p39"/>
              <p:cNvSpPr/>
              <p:nvPr/>
            </p:nvSpPr>
            <p:spPr>
              <a:xfrm>
                <a:off x="3518565" y="1860637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6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936" name="Google Shape;936;p39"/>
              <p:cNvCxnSpPr/>
              <p:nvPr/>
            </p:nvCxnSpPr>
            <p:spPr>
              <a:xfrm>
                <a:off x="-1" y="2407907"/>
                <a:ext cx="19857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37" name="Google Shape;937;p39"/>
              <p:cNvCxnSpPr/>
              <p:nvPr/>
            </p:nvCxnSpPr>
            <p:spPr>
              <a:xfrm rot="10800000" flipH="1">
                <a:off x="1974958" y="2019107"/>
                <a:ext cx="463500" cy="388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38" name="Google Shape;938;p39"/>
              <p:cNvCxnSpPr/>
              <p:nvPr/>
            </p:nvCxnSpPr>
            <p:spPr>
              <a:xfrm>
                <a:off x="2438398" y="2019015"/>
                <a:ext cx="10803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939" name="Google Shape;939;p39"/>
            <p:cNvGrpSpPr/>
            <p:nvPr/>
          </p:nvGrpSpPr>
          <p:grpSpPr>
            <a:xfrm rot="10800000" flipH="1">
              <a:off x="-1259888" y="4408929"/>
              <a:ext cx="3835366" cy="547270"/>
              <a:chOff x="-1" y="1860637"/>
              <a:chExt cx="3835366" cy="547270"/>
            </a:xfrm>
          </p:grpSpPr>
          <p:sp>
            <p:nvSpPr>
              <p:cNvPr id="940" name="Google Shape;940;p39"/>
              <p:cNvSpPr/>
              <p:nvPr/>
            </p:nvSpPr>
            <p:spPr>
              <a:xfrm>
                <a:off x="3518565" y="1860637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6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941" name="Google Shape;941;p39"/>
              <p:cNvCxnSpPr/>
              <p:nvPr/>
            </p:nvCxnSpPr>
            <p:spPr>
              <a:xfrm>
                <a:off x="-1" y="2407907"/>
                <a:ext cx="19857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42" name="Google Shape;942;p39"/>
              <p:cNvCxnSpPr/>
              <p:nvPr/>
            </p:nvCxnSpPr>
            <p:spPr>
              <a:xfrm rot="10800000" flipH="1">
                <a:off x="1974958" y="2019107"/>
                <a:ext cx="463500" cy="388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43" name="Google Shape;943;p39"/>
              <p:cNvCxnSpPr/>
              <p:nvPr/>
            </p:nvCxnSpPr>
            <p:spPr>
              <a:xfrm>
                <a:off x="2438398" y="2019015"/>
                <a:ext cx="10803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944" name="Google Shape;944;p39"/>
            <p:cNvGrpSpPr/>
            <p:nvPr/>
          </p:nvGrpSpPr>
          <p:grpSpPr>
            <a:xfrm>
              <a:off x="-1252333" y="2715185"/>
              <a:ext cx="2776566" cy="436736"/>
              <a:chOff x="-26865" y="2715185"/>
              <a:chExt cx="2776566" cy="436736"/>
            </a:xfrm>
          </p:grpSpPr>
          <p:cxnSp>
            <p:nvCxnSpPr>
              <p:cNvPr id="945" name="Google Shape;945;p39"/>
              <p:cNvCxnSpPr/>
              <p:nvPr/>
            </p:nvCxnSpPr>
            <p:spPr>
              <a:xfrm>
                <a:off x="-26865" y="3151921"/>
                <a:ext cx="1402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46" name="Google Shape;946;p39"/>
              <p:cNvCxnSpPr/>
              <p:nvPr/>
            </p:nvCxnSpPr>
            <p:spPr>
              <a:xfrm rot="10800000" flipH="1">
                <a:off x="1368303" y="2877121"/>
                <a:ext cx="327300" cy="274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47" name="Google Shape;947;p39"/>
              <p:cNvCxnSpPr/>
              <p:nvPr/>
            </p:nvCxnSpPr>
            <p:spPr>
              <a:xfrm>
                <a:off x="1695690" y="2877197"/>
                <a:ext cx="7632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948" name="Google Shape;948;p39"/>
              <p:cNvSpPr/>
              <p:nvPr/>
            </p:nvSpPr>
            <p:spPr>
              <a:xfrm>
                <a:off x="2432901" y="2715185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6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49" name="Google Shape;949;p39"/>
            <p:cNvGrpSpPr/>
            <p:nvPr/>
          </p:nvGrpSpPr>
          <p:grpSpPr>
            <a:xfrm>
              <a:off x="-1225468" y="3843225"/>
              <a:ext cx="2802416" cy="433146"/>
              <a:chOff x="-34420" y="3843718"/>
              <a:chExt cx="2802416" cy="433146"/>
            </a:xfrm>
          </p:grpSpPr>
          <p:cxnSp>
            <p:nvCxnSpPr>
              <p:cNvPr id="950" name="Google Shape;950;p39"/>
              <p:cNvCxnSpPr/>
              <p:nvPr/>
            </p:nvCxnSpPr>
            <p:spPr>
              <a:xfrm>
                <a:off x="-34420" y="3843718"/>
                <a:ext cx="1402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51" name="Google Shape;951;p39"/>
              <p:cNvCxnSpPr/>
              <p:nvPr/>
            </p:nvCxnSpPr>
            <p:spPr>
              <a:xfrm>
                <a:off x="1360748" y="3843718"/>
                <a:ext cx="327300" cy="274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52" name="Google Shape;952;p39"/>
              <p:cNvCxnSpPr/>
              <p:nvPr/>
            </p:nvCxnSpPr>
            <p:spPr>
              <a:xfrm>
                <a:off x="1688135" y="4118442"/>
                <a:ext cx="7632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953" name="Google Shape;953;p39"/>
              <p:cNvSpPr/>
              <p:nvPr/>
            </p:nvSpPr>
            <p:spPr>
              <a:xfrm>
                <a:off x="2451196" y="3960064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6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54" name="Google Shape;954;p39"/>
          <p:cNvGrpSpPr/>
          <p:nvPr/>
        </p:nvGrpSpPr>
        <p:grpSpPr>
          <a:xfrm flipH="1">
            <a:off x="7255646" y="841043"/>
            <a:ext cx="3631000" cy="3790500"/>
            <a:chOff x="-1259888" y="901609"/>
            <a:chExt cx="4841333" cy="5054000"/>
          </a:xfrm>
        </p:grpSpPr>
        <p:grpSp>
          <p:nvGrpSpPr>
            <p:cNvPr id="955" name="Google Shape;955;p39"/>
            <p:cNvGrpSpPr/>
            <p:nvPr/>
          </p:nvGrpSpPr>
          <p:grpSpPr>
            <a:xfrm>
              <a:off x="-1225468" y="901609"/>
              <a:ext cx="4806913" cy="664514"/>
              <a:chOff x="0" y="901609"/>
              <a:chExt cx="4806913" cy="664514"/>
            </a:xfrm>
          </p:grpSpPr>
          <p:cxnSp>
            <p:nvCxnSpPr>
              <p:cNvPr id="956" name="Google Shape;956;p39"/>
              <p:cNvCxnSpPr/>
              <p:nvPr/>
            </p:nvCxnSpPr>
            <p:spPr>
              <a:xfrm>
                <a:off x="0" y="1566123"/>
                <a:ext cx="2533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57" name="Google Shape;957;p39"/>
              <p:cNvCxnSpPr/>
              <p:nvPr/>
            </p:nvCxnSpPr>
            <p:spPr>
              <a:xfrm rot="10800000" flipH="1">
                <a:off x="2520285" y="1060023"/>
                <a:ext cx="591300" cy="5061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58" name="Google Shape;958;p39"/>
              <p:cNvCxnSpPr/>
              <p:nvPr/>
            </p:nvCxnSpPr>
            <p:spPr>
              <a:xfrm>
                <a:off x="3111690" y="1059987"/>
                <a:ext cx="13785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959" name="Google Shape;959;p39"/>
              <p:cNvSpPr/>
              <p:nvPr/>
            </p:nvSpPr>
            <p:spPr>
              <a:xfrm>
                <a:off x="4490113" y="901609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6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60" name="Google Shape;960;p39"/>
            <p:cNvGrpSpPr/>
            <p:nvPr/>
          </p:nvGrpSpPr>
          <p:grpSpPr>
            <a:xfrm rot="10800000" flipH="1">
              <a:off x="-1225468" y="5291095"/>
              <a:ext cx="4806913" cy="664514"/>
              <a:chOff x="0" y="1232525"/>
              <a:chExt cx="4806913" cy="664514"/>
            </a:xfrm>
          </p:grpSpPr>
          <p:cxnSp>
            <p:nvCxnSpPr>
              <p:cNvPr id="961" name="Google Shape;961;p39"/>
              <p:cNvCxnSpPr/>
              <p:nvPr/>
            </p:nvCxnSpPr>
            <p:spPr>
              <a:xfrm>
                <a:off x="0" y="1897039"/>
                <a:ext cx="2533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62" name="Google Shape;962;p39"/>
              <p:cNvCxnSpPr/>
              <p:nvPr/>
            </p:nvCxnSpPr>
            <p:spPr>
              <a:xfrm rot="10800000" flipH="1">
                <a:off x="2520285" y="1390939"/>
                <a:ext cx="591300" cy="5061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63" name="Google Shape;963;p39"/>
              <p:cNvCxnSpPr/>
              <p:nvPr/>
            </p:nvCxnSpPr>
            <p:spPr>
              <a:xfrm>
                <a:off x="3111690" y="1390903"/>
                <a:ext cx="13785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964" name="Google Shape;964;p39"/>
              <p:cNvSpPr/>
              <p:nvPr/>
            </p:nvSpPr>
            <p:spPr>
              <a:xfrm>
                <a:off x="4490113" y="1232525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6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65" name="Google Shape;965;p39"/>
            <p:cNvGrpSpPr/>
            <p:nvPr/>
          </p:nvGrpSpPr>
          <p:grpSpPr>
            <a:xfrm>
              <a:off x="-1225469" y="1860637"/>
              <a:ext cx="3835366" cy="547270"/>
              <a:chOff x="-1" y="1860637"/>
              <a:chExt cx="3835366" cy="547270"/>
            </a:xfrm>
          </p:grpSpPr>
          <p:sp>
            <p:nvSpPr>
              <p:cNvPr id="966" name="Google Shape;966;p39"/>
              <p:cNvSpPr/>
              <p:nvPr/>
            </p:nvSpPr>
            <p:spPr>
              <a:xfrm>
                <a:off x="3518565" y="1860637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6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967" name="Google Shape;967;p39"/>
              <p:cNvCxnSpPr/>
              <p:nvPr/>
            </p:nvCxnSpPr>
            <p:spPr>
              <a:xfrm>
                <a:off x="-1" y="2407907"/>
                <a:ext cx="19857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68" name="Google Shape;968;p39"/>
              <p:cNvCxnSpPr/>
              <p:nvPr/>
            </p:nvCxnSpPr>
            <p:spPr>
              <a:xfrm rot="10800000" flipH="1">
                <a:off x="1974958" y="2019107"/>
                <a:ext cx="463500" cy="388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69" name="Google Shape;969;p39"/>
              <p:cNvCxnSpPr/>
              <p:nvPr/>
            </p:nvCxnSpPr>
            <p:spPr>
              <a:xfrm>
                <a:off x="2438398" y="2019015"/>
                <a:ext cx="10803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970" name="Google Shape;970;p39"/>
            <p:cNvGrpSpPr/>
            <p:nvPr/>
          </p:nvGrpSpPr>
          <p:grpSpPr>
            <a:xfrm rot="10800000" flipH="1">
              <a:off x="-1259888" y="4408929"/>
              <a:ext cx="3835366" cy="547270"/>
              <a:chOff x="-1" y="1860637"/>
              <a:chExt cx="3835366" cy="547270"/>
            </a:xfrm>
          </p:grpSpPr>
          <p:sp>
            <p:nvSpPr>
              <p:cNvPr id="971" name="Google Shape;971;p39"/>
              <p:cNvSpPr/>
              <p:nvPr/>
            </p:nvSpPr>
            <p:spPr>
              <a:xfrm>
                <a:off x="3518565" y="1860637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6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972" name="Google Shape;972;p39"/>
              <p:cNvCxnSpPr/>
              <p:nvPr/>
            </p:nvCxnSpPr>
            <p:spPr>
              <a:xfrm>
                <a:off x="-1" y="2407907"/>
                <a:ext cx="19857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73" name="Google Shape;973;p39"/>
              <p:cNvCxnSpPr/>
              <p:nvPr/>
            </p:nvCxnSpPr>
            <p:spPr>
              <a:xfrm rot="10800000" flipH="1">
                <a:off x="1974958" y="2019107"/>
                <a:ext cx="463500" cy="388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74" name="Google Shape;974;p39"/>
              <p:cNvCxnSpPr/>
              <p:nvPr/>
            </p:nvCxnSpPr>
            <p:spPr>
              <a:xfrm>
                <a:off x="2438398" y="2019015"/>
                <a:ext cx="10803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975" name="Google Shape;975;p39"/>
            <p:cNvGrpSpPr/>
            <p:nvPr/>
          </p:nvGrpSpPr>
          <p:grpSpPr>
            <a:xfrm>
              <a:off x="-1252333" y="2715185"/>
              <a:ext cx="2776566" cy="436736"/>
              <a:chOff x="-26865" y="2715185"/>
              <a:chExt cx="2776566" cy="436736"/>
            </a:xfrm>
          </p:grpSpPr>
          <p:cxnSp>
            <p:nvCxnSpPr>
              <p:cNvPr id="976" name="Google Shape;976;p39"/>
              <p:cNvCxnSpPr/>
              <p:nvPr/>
            </p:nvCxnSpPr>
            <p:spPr>
              <a:xfrm>
                <a:off x="-26865" y="3151921"/>
                <a:ext cx="1402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77" name="Google Shape;977;p39"/>
              <p:cNvCxnSpPr/>
              <p:nvPr/>
            </p:nvCxnSpPr>
            <p:spPr>
              <a:xfrm rot="10800000" flipH="1">
                <a:off x="1368303" y="2877121"/>
                <a:ext cx="327300" cy="274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78" name="Google Shape;978;p39"/>
              <p:cNvCxnSpPr/>
              <p:nvPr/>
            </p:nvCxnSpPr>
            <p:spPr>
              <a:xfrm>
                <a:off x="1695690" y="2877197"/>
                <a:ext cx="7632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979" name="Google Shape;979;p39"/>
              <p:cNvSpPr/>
              <p:nvPr/>
            </p:nvSpPr>
            <p:spPr>
              <a:xfrm>
                <a:off x="2432901" y="2715185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6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80" name="Google Shape;980;p39"/>
            <p:cNvGrpSpPr/>
            <p:nvPr/>
          </p:nvGrpSpPr>
          <p:grpSpPr>
            <a:xfrm>
              <a:off x="-1225468" y="3843225"/>
              <a:ext cx="2802416" cy="433146"/>
              <a:chOff x="-34420" y="3843718"/>
              <a:chExt cx="2802416" cy="433146"/>
            </a:xfrm>
          </p:grpSpPr>
          <p:cxnSp>
            <p:nvCxnSpPr>
              <p:cNvPr id="981" name="Google Shape;981;p39"/>
              <p:cNvCxnSpPr/>
              <p:nvPr/>
            </p:nvCxnSpPr>
            <p:spPr>
              <a:xfrm>
                <a:off x="-34420" y="3843718"/>
                <a:ext cx="1402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82" name="Google Shape;982;p39"/>
              <p:cNvCxnSpPr/>
              <p:nvPr/>
            </p:nvCxnSpPr>
            <p:spPr>
              <a:xfrm>
                <a:off x="1360748" y="3843718"/>
                <a:ext cx="327300" cy="274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83" name="Google Shape;983;p39"/>
              <p:cNvCxnSpPr/>
              <p:nvPr/>
            </p:nvCxnSpPr>
            <p:spPr>
              <a:xfrm>
                <a:off x="1688135" y="4118442"/>
                <a:ext cx="7632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984" name="Google Shape;984;p39"/>
              <p:cNvSpPr/>
              <p:nvPr/>
            </p:nvSpPr>
            <p:spPr>
              <a:xfrm>
                <a:off x="2451196" y="3960064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6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85" name="Google Shape;985;p39"/>
          <p:cNvSpPr/>
          <p:nvPr/>
        </p:nvSpPr>
        <p:spPr>
          <a:xfrm>
            <a:off x="62038" y="4937355"/>
            <a:ext cx="175500" cy="175500"/>
          </a:xfrm>
          <a:prstGeom prst="ellipse">
            <a:avLst/>
          </a:prstGeom>
          <a:gradFill>
            <a:gsLst>
              <a:gs pos="0">
                <a:srgbClr val="0072FF"/>
              </a:gs>
              <a:gs pos="99000">
                <a:srgbClr val="00C6FF"/>
              </a:gs>
              <a:gs pos="100000">
                <a:srgbClr val="00C6FF"/>
              </a:gs>
            </a:gsLst>
            <a:lin ang="2700006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6" name="Google Shape;986;p39"/>
          <p:cNvSpPr txBox="1">
            <a:spLocks noGrp="1"/>
          </p:cNvSpPr>
          <p:nvPr>
            <p:ph type="sldNum" idx="12"/>
          </p:nvPr>
        </p:nvSpPr>
        <p:spPr>
          <a:xfrm>
            <a:off x="43895" y="4924800"/>
            <a:ext cx="218700" cy="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87" name="Google Shape;987;p39"/>
          <p:cNvSpPr txBox="1"/>
          <p:nvPr/>
        </p:nvSpPr>
        <p:spPr>
          <a:xfrm>
            <a:off x="3526973" y="480061"/>
            <a:ext cx="2271600" cy="484800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68575" tIns="34275" rIns="68575" bIns="3427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endParaRPr sz="2700" b="1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8" name="Google Shape;988;p39"/>
          <p:cNvSpPr txBox="1">
            <a:spLocks noGrp="1"/>
          </p:cNvSpPr>
          <p:nvPr>
            <p:ph type="body" idx="1"/>
          </p:nvPr>
        </p:nvSpPr>
        <p:spPr>
          <a:xfrm>
            <a:off x="1525424" y="1169261"/>
            <a:ext cx="6093300" cy="3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3619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AutoNum type="arabicPeriod"/>
              <a:defRPr sz="210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89" name="Google Shape;989;p39"/>
          <p:cNvSpPr/>
          <p:nvPr/>
        </p:nvSpPr>
        <p:spPr>
          <a:xfrm rot="10800000">
            <a:off x="13" y="83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90" name="Google Shape;990;p39"/>
          <p:cNvGrpSpPr/>
          <p:nvPr/>
        </p:nvGrpSpPr>
        <p:grpSpPr>
          <a:xfrm>
            <a:off x="43967" y="30708"/>
            <a:ext cx="2152257" cy="664889"/>
            <a:chOff x="44974" y="27296"/>
            <a:chExt cx="2869676" cy="886519"/>
          </a:xfrm>
        </p:grpSpPr>
        <p:cxnSp>
          <p:nvCxnSpPr>
            <p:cNvPr id="991" name="Google Shape;991;p39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992" name="Google Shape;992;p39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993" name="Google Shape;993;p39"/>
            <p:cNvCxnSpPr/>
            <p:nvPr/>
          </p:nvCxnSpPr>
          <p:spPr>
            <a:xfrm rot="10800000">
              <a:off x="52214" y="654015"/>
              <a:ext cx="0" cy="2598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994" name="Google Shape;994;p39"/>
          <p:cNvSpPr txBox="1">
            <a:spLocks noGrp="1"/>
          </p:cNvSpPr>
          <p:nvPr>
            <p:ph type="dt" idx="10"/>
          </p:nvPr>
        </p:nvSpPr>
        <p:spPr>
          <a:xfrm>
            <a:off x="597017" y="4840976"/>
            <a:ext cx="15993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95" name="Google Shape;995;p39"/>
          <p:cNvSpPr txBox="1">
            <a:spLocks noGrp="1"/>
          </p:cNvSpPr>
          <p:nvPr>
            <p:ph type="body" idx="2"/>
          </p:nvPr>
        </p:nvSpPr>
        <p:spPr>
          <a:xfrm>
            <a:off x="3644797" y="550984"/>
            <a:ext cx="20361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27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96" name="Google Shape;996;p39"/>
          <p:cNvSpPr/>
          <p:nvPr/>
        </p:nvSpPr>
        <p:spPr>
          <a:xfrm>
            <a:off x="8692153" y="79409"/>
            <a:ext cx="366980" cy="303866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êu đề chương">
  <p:cSld name="Tiêu đề chương">
    <p:spTree>
      <p:nvGrpSpPr>
        <p:cNvPr id="1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8" name="Google Shape;998;p40" descr="Background patter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-1"/>
            <a:ext cx="9144001" cy="5141168"/>
          </a:xfrm>
          <a:prstGeom prst="rect">
            <a:avLst/>
          </a:prstGeom>
          <a:noFill/>
          <a:ln>
            <a:noFill/>
          </a:ln>
        </p:spPr>
      </p:pic>
      <p:sp>
        <p:nvSpPr>
          <p:cNvPr id="999" name="Google Shape;999;p40"/>
          <p:cNvSpPr/>
          <p:nvPr/>
        </p:nvSpPr>
        <p:spPr>
          <a:xfrm>
            <a:off x="-1" y="-2335"/>
            <a:ext cx="9144000" cy="5143500"/>
          </a:xfrm>
          <a:prstGeom prst="rect">
            <a:avLst/>
          </a:prstGeom>
          <a:gradFill>
            <a:gsLst>
              <a:gs pos="0">
                <a:srgbClr val="0A4671">
                  <a:alpha val="74901"/>
                </a:srgbClr>
              </a:gs>
              <a:gs pos="100000">
                <a:srgbClr val="0A467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40"/>
          <p:cNvSpPr/>
          <p:nvPr/>
        </p:nvSpPr>
        <p:spPr>
          <a:xfrm rot="10800000">
            <a:off x="13" y="83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01" name="Google Shape;1001;p40"/>
          <p:cNvGrpSpPr/>
          <p:nvPr/>
        </p:nvGrpSpPr>
        <p:grpSpPr>
          <a:xfrm>
            <a:off x="43967" y="30708"/>
            <a:ext cx="2152257" cy="1172534"/>
            <a:chOff x="44974" y="27296"/>
            <a:chExt cx="2869676" cy="1563379"/>
          </a:xfrm>
        </p:grpSpPr>
        <p:cxnSp>
          <p:nvCxnSpPr>
            <p:cNvPr id="1002" name="Google Shape;1002;p40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F7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003" name="Google Shape;1003;p40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F7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004" name="Google Shape;1004;p40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flat" cmpd="sng">
              <a:solidFill>
                <a:srgbClr val="00F7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1005" name="Google Shape;1005;p40"/>
          <p:cNvSpPr/>
          <p:nvPr/>
        </p:nvSpPr>
        <p:spPr>
          <a:xfrm>
            <a:off x="8607287" y="4680817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06" name="Google Shape;1006;p40"/>
          <p:cNvGrpSpPr/>
          <p:nvPr/>
        </p:nvGrpSpPr>
        <p:grpSpPr>
          <a:xfrm rot="10800000">
            <a:off x="6947777" y="3940258"/>
            <a:ext cx="2152257" cy="1172534"/>
            <a:chOff x="44974" y="27296"/>
            <a:chExt cx="2869676" cy="1563379"/>
          </a:xfrm>
        </p:grpSpPr>
        <p:cxnSp>
          <p:nvCxnSpPr>
            <p:cNvPr id="1007" name="Google Shape;1007;p40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08" name="Google Shape;1008;p40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09" name="Google Shape;1009;p40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010" name="Google Shape;1010;p40"/>
          <p:cNvSpPr/>
          <p:nvPr/>
        </p:nvSpPr>
        <p:spPr>
          <a:xfrm>
            <a:off x="8692153" y="79409"/>
            <a:ext cx="366980" cy="303866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p40"/>
          <p:cNvSpPr txBox="1">
            <a:spLocks noGrp="1"/>
          </p:cNvSpPr>
          <p:nvPr>
            <p:ph type="body" idx="1"/>
          </p:nvPr>
        </p:nvSpPr>
        <p:spPr>
          <a:xfrm>
            <a:off x="1103197" y="1571270"/>
            <a:ext cx="7455900" cy="6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F7FF"/>
              </a:buClr>
              <a:buSzPts val="3300"/>
              <a:buNone/>
              <a:defRPr sz="3300" b="1">
                <a:solidFill>
                  <a:srgbClr val="00F7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12" name="Google Shape;1012;p40"/>
          <p:cNvSpPr txBox="1">
            <a:spLocks noGrp="1"/>
          </p:cNvSpPr>
          <p:nvPr>
            <p:ph type="body" idx="2"/>
          </p:nvPr>
        </p:nvSpPr>
        <p:spPr>
          <a:xfrm>
            <a:off x="1103197" y="2376869"/>
            <a:ext cx="7455900" cy="5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13" name="Google Shape;1013;p40"/>
          <p:cNvSpPr txBox="1">
            <a:spLocks noGrp="1"/>
          </p:cNvSpPr>
          <p:nvPr>
            <p:ph type="body" idx="3"/>
          </p:nvPr>
        </p:nvSpPr>
        <p:spPr>
          <a:xfrm>
            <a:off x="1103197" y="3103048"/>
            <a:ext cx="5360100" cy="6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14" name="Google Shape;1014;p40"/>
          <p:cNvSpPr txBox="1">
            <a:spLocks noGrp="1"/>
          </p:cNvSpPr>
          <p:nvPr>
            <p:ph type="body" idx="4"/>
          </p:nvPr>
        </p:nvSpPr>
        <p:spPr>
          <a:xfrm>
            <a:off x="6672432" y="3923927"/>
            <a:ext cx="18909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F7FF"/>
              </a:buClr>
              <a:buSzPts val="9000"/>
              <a:buNone/>
              <a:defRPr sz="9000" b="1">
                <a:solidFill>
                  <a:srgbClr val="00F7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cxnSp>
        <p:nvCxnSpPr>
          <p:cNvPr id="1015" name="Google Shape;1015;p40"/>
          <p:cNvCxnSpPr/>
          <p:nvPr/>
        </p:nvCxnSpPr>
        <p:spPr>
          <a:xfrm>
            <a:off x="1180617" y="2234762"/>
            <a:ext cx="2673600" cy="0"/>
          </a:xfrm>
          <a:prstGeom prst="straightConnector1">
            <a:avLst/>
          </a:prstGeom>
          <a:noFill/>
          <a:ln w="19050" cap="rnd" cmpd="sng">
            <a:solidFill>
              <a:srgbClr val="00F7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16" name="Google Shape;1016;p40"/>
          <p:cNvSpPr txBox="1">
            <a:spLocks noGrp="1"/>
          </p:cNvSpPr>
          <p:nvPr>
            <p:ph type="dt" idx="10"/>
          </p:nvPr>
        </p:nvSpPr>
        <p:spPr>
          <a:xfrm>
            <a:off x="4545225" y="4861235"/>
            <a:ext cx="1567500" cy="1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7" name="Google Shape;1017;p40"/>
          <p:cNvSpPr txBox="1">
            <a:spLocks noGrp="1"/>
          </p:cNvSpPr>
          <p:nvPr>
            <p:ph type="ftr" idx="11"/>
          </p:nvPr>
        </p:nvSpPr>
        <p:spPr>
          <a:xfrm>
            <a:off x="628650" y="4861235"/>
            <a:ext cx="3357000" cy="1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grpSp>
        <p:nvGrpSpPr>
          <p:cNvPr id="1018" name="Google Shape;1018;p40"/>
          <p:cNvGrpSpPr/>
          <p:nvPr/>
        </p:nvGrpSpPr>
        <p:grpSpPr>
          <a:xfrm>
            <a:off x="12020" y="3471967"/>
            <a:ext cx="325800" cy="1671646"/>
            <a:chOff x="16026" y="4629289"/>
            <a:chExt cx="434400" cy="2228861"/>
          </a:xfrm>
        </p:grpSpPr>
        <p:sp>
          <p:nvSpPr>
            <p:cNvPr id="1019" name="Google Shape;1019;p40"/>
            <p:cNvSpPr/>
            <p:nvPr/>
          </p:nvSpPr>
          <p:spPr>
            <a:xfrm>
              <a:off x="16026" y="4629289"/>
              <a:ext cx="434400" cy="34710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0" name="Google Shape;1020;p40"/>
            <p:cNvSpPr/>
            <p:nvPr/>
          </p:nvSpPr>
          <p:spPr>
            <a:xfrm>
              <a:off x="16026" y="5005641"/>
              <a:ext cx="434400" cy="34710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1" name="Google Shape;1021;p40"/>
            <p:cNvSpPr/>
            <p:nvPr/>
          </p:nvSpPr>
          <p:spPr>
            <a:xfrm>
              <a:off x="16026" y="5381993"/>
              <a:ext cx="434400" cy="34710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2" name="Google Shape;1022;p40"/>
            <p:cNvSpPr/>
            <p:nvPr/>
          </p:nvSpPr>
          <p:spPr>
            <a:xfrm>
              <a:off x="16026" y="5758345"/>
              <a:ext cx="434400" cy="34710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3" name="Google Shape;1023;p40"/>
            <p:cNvSpPr/>
            <p:nvPr/>
          </p:nvSpPr>
          <p:spPr>
            <a:xfrm>
              <a:off x="16026" y="6134697"/>
              <a:ext cx="434400" cy="34710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4" name="Google Shape;1024;p40"/>
            <p:cNvSpPr/>
            <p:nvPr/>
          </p:nvSpPr>
          <p:spPr>
            <a:xfrm>
              <a:off x="16026" y="6511050"/>
              <a:ext cx="434400" cy="34710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25" name="Google Shape;1025;p40"/>
          <p:cNvSpPr/>
          <p:nvPr/>
        </p:nvSpPr>
        <p:spPr>
          <a:xfrm>
            <a:off x="71406" y="4937363"/>
            <a:ext cx="175500" cy="175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6" name="Google Shape;1026;p40"/>
          <p:cNvSpPr txBox="1">
            <a:spLocks noGrp="1"/>
          </p:cNvSpPr>
          <p:nvPr>
            <p:ph type="sldNum" idx="12"/>
          </p:nvPr>
        </p:nvSpPr>
        <p:spPr>
          <a:xfrm>
            <a:off x="49396" y="4906662"/>
            <a:ext cx="219300" cy="2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27" name="Google Shape;1027;p40" descr="Background patter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-1"/>
            <a:ext cx="9144001" cy="514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028" name="Google Shape;1028;p4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0A4671">
                  <a:alpha val="74901"/>
                </a:srgbClr>
              </a:gs>
              <a:gs pos="100000">
                <a:srgbClr val="0A467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9" name="Google Shape;1029;p40"/>
          <p:cNvSpPr/>
          <p:nvPr/>
        </p:nvSpPr>
        <p:spPr>
          <a:xfrm>
            <a:off x="12019" y="3471967"/>
            <a:ext cx="325800" cy="260400"/>
          </a:xfrm>
          <a:prstGeom prst="rect">
            <a:avLst/>
          </a:prstGeom>
          <a:solidFill>
            <a:srgbClr val="00F7FF"/>
          </a:solidFill>
          <a:ln w="9525" cap="flat" cmpd="sng">
            <a:solidFill>
              <a:srgbClr val="00F7F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0" name="Google Shape;1030;p40"/>
          <p:cNvSpPr/>
          <p:nvPr/>
        </p:nvSpPr>
        <p:spPr>
          <a:xfrm>
            <a:off x="12019" y="3754231"/>
            <a:ext cx="325800" cy="260400"/>
          </a:xfrm>
          <a:prstGeom prst="rect">
            <a:avLst/>
          </a:prstGeom>
          <a:solidFill>
            <a:srgbClr val="00F7FF"/>
          </a:solidFill>
          <a:ln w="9525" cap="flat" cmpd="sng">
            <a:solidFill>
              <a:srgbClr val="00F7F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p40"/>
          <p:cNvSpPr/>
          <p:nvPr/>
        </p:nvSpPr>
        <p:spPr>
          <a:xfrm>
            <a:off x="12019" y="4036495"/>
            <a:ext cx="325800" cy="260400"/>
          </a:xfrm>
          <a:prstGeom prst="rect">
            <a:avLst/>
          </a:prstGeom>
          <a:solidFill>
            <a:srgbClr val="00F7FF"/>
          </a:solidFill>
          <a:ln w="9525" cap="flat" cmpd="sng">
            <a:solidFill>
              <a:srgbClr val="00F7F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2" name="Google Shape;1032;p40"/>
          <p:cNvSpPr/>
          <p:nvPr/>
        </p:nvSpPr>
        <p:spPr>
          <a:xfrm>
            <a:off x="12019" y="4318759"/>
            <a:ext cx="325800" cy="260400"/>
          </a:xfrm>
          <a:prstGeom prst="rect">
            <a:avLst/>
          </a:prstGeom>
          <a:noFill/>
          <a:ln w="9525" cap="flat" cmpd="sng">
            <a:solidFill>
              <a:srgbClr val="00F7F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p40"/>
          <p:cNvSpPr/>
          <p:nvPr/>
        </p:nvSpPr>
        <p:spPr>
          <a:xfrm>
            <a:off x="12019" y="4601023"/>
            <a:ext cx="325800" cy="260400"/>
          </a:xfrm>
          <a:prstGeom prst="rect">
            <a:avLst/>
          </a:prstGeom>
          <a:noFill/>
          <a:ln w="9525" cap="flat" cmpd="sng">
            <a:solidFill>
              <a:srgbClr val="00F7F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p40"/>
          <p:cNvSpPr/>
          <p:nvPr/>
        </p:nvSpPr>
        <p:spPr>
          <a:xfrm>
            <a:off x="12019" y="4883288"/>
            <a:ext cx="325800" cy="260400"/>
          </a:xfrm>
          <a:prstGeom prst="rect">
            <a:avLst/>
          </a:prstGeom>
          <a:noFill/>
          <a:ln w="9525" cap="flat" cmpd="sng">
            <a:solidFill>
              <a:srgbClr val="00F7F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p40"/>
          <p:cNvSpPr/>
          <p:nvPr/>
        </p:nvSpPr>
        <p:spPr>
          <a:xfrm rot="10800000">
            <a:off x="13" y="83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36" name="Google Shape;1036;p40"/>
          <p:cNvGrpSpPr/>
          <p:nvPr/>
        </p:nvGrpSpPr>
        <p:grpSpPr>
          <a:xfrm>
            <a:off x="43967" y="30708"/>
            <a:ext cx="2152257" cy="1172534"/>
            <a:chOff x="44974" y="27296"/>
            <a:chExt cx="2869676" cy="1563379"/>
          </a:xfrm>
        </p:grpSpPr>
        <p:cxnSp>
          <p:nvCxnSpPr>
            <p:cNvPr id="1037" name="Google Shape;1037;p40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F7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038" name="Google Shape;1038;p40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F7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039" name="Google Shape;1039;p40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flat" cmpd="sng">
              <a:solidFill>
                <a:srgbClr val="00F7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1040" name="Google Shape;1040;p40"/>
          <p:cNvSpPr/>
          <p:nvPr/>
        </p:nvSpPr>
        <p:spPr>
          <a:xfrm>
            <a:off x="8607287" y="4680817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41" name="Google Shape;1041;p40"/>
          <p:cNvGrpSpPr/>
          <p:nvPr/>
        </p:nvGrpSpPr>
        <p:grpSpPr>
          <a:xfrm rot="10800000">
            <a:off x="6947777" y="3940258"/>
            <a:ext cx="2152257" cy="1172534"/>
            <a:chOff x="44974" y="27296"/>
            <a:chExt cx="2869676" cy="1563379"/>
          </a:xfrm>
        </p:grpSpPr>
        <p:cxnSp>
          <p:nvCxnSpPr>
            <p:cNvPr id="1042" name="Google Shape;1042;p40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43" name="Google Shape;1043;p40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44" name="Google Shape;1044;p40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045" name="Google Shape;1045;p40"/>
          <p:cNvSpPr/>
          <p:nvPr/>
        </p:nvSpPr>
        <p:spPr>
          <a:xfrm>
            <a:off x="8692153" y="79409"/>
            <a:ext cx="366980" cy="303866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p40"/>
          <p:cNvSpPr txBox="1">
            <a:spLocks noGrp="1"/>
          </p:cNvSpPr>
          <p:nvPr>
            <p:ph type="sldNum" idx="5"/>
          </p:nvPr>
        </p:nvSpPr>
        <p:spPr>
          <a:xfrm>
            <a:off x="8924544" y="4906662"/>
            <a:ext cx="219300" cy="2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47" name="Google Shape;1047;p40"/>
          <p:cNvSpPr txBox="1">
            <a:spLocks noGrp="1"/>
          </p:cNvSpPr>
          <p:nvPr>
            <p:ph type="body" idx="6"/>
          </p:nvPr>
        </p:nvSpPr>
        <p:spPr>
          <a:xfrm>
            <a:off x="1103197" y="1571270"/>
            <a:ext cx="4698300" cy="6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F7FF"/>
              </a:buClr>
              <a:buSzPts val="3300"/>
              <a:buNone/>
              <a:defRPr sz="3300" b="1">
                <a:solidFill>
                  <a:srgbClr val="00F7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48" name="Google Shape;1048;p40"/>
          <p:cNvSpPr txBox="1">
            <a:spLocks noGrp="1"/>
          </p:cNvSpPr>
          <p:nvPr>
            <p:ph type="body" idx="7"/>
          </p:nvPr>
        </p:nvSpPr>
        <p:spPr>
          <a:xfrm>
            <a:off x="1103197" y="2376869"/>
            <a:ext cx="6685500" cy="5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49" name="Google Shape;1049;p40"/>
          <p:cNvSpPr txBox="1">
            <a:spLocks noGrp="1"/>
          </p:cNvSpPr>
          <p:nvPr>
            <p:ph type="body" idx="8"/>
          </p:nvPr>
        </p:nvSpPr>
        <p:spPr>
          <a:xfrm>
            <a:off x="1103197" y="3103048"/>
            <a:ext cx="5360100" cy="6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cxnSp>
        <p:nvCxnSpPr>
          <p:cNvPr id="1050" name="Google Shape;1050;p40"/>
          <p:cNvCxnSpPr/>
          <p:nvPr/>
        </p:nvCxnSpPr>
        <p:spPr>
          <a:xfrm>
            <a:off x="1180617" y="2234762"/>
            <a:ext cx="2673600" cy="0"/>
          </a:xfrm>
          <a:prstGeom prst="straightConnector1">
            <a:avLst/>
          </a:prstGeom>
          <a:noFill/>
          <a:ln w="19050" cap="rnd" cmpd="sng">
            <a:solidFill>
              <a:srgbClr val="00F7F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 sanh 1">
  <p:cSld name="So sanh 1">
    <p:spTree>
      <p:nvGrpSpPr>
        <p:cNvPr id="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p41"/>
          <p:cNvSpPr/>
          <p:nvPr/>
        </p:nvSpPr>
        <p:spPr>
          <a:xfrm rot="10800000">
            <a:off x="-1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41"/>
          <p:cNvSpPr/>
          <p:nvPr/>
        </p:nvSpPr>
        <p:spPr>
          <a:xfrm rot="10800000">
            <a:off x="13" y="83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54" name="Google Shape;1054;p41"/>
          <p:cNvGrpSpPr/>
          <p:nvPr/>
        </p:nvGrpSpPr>
        <p:grpSpPr>
          <a:xfrm>
            <a:off x="43967" y="40719"/>
            <a:ext cx="2152257" cy="1172534"/>
            <a:chOff x="44974" y="27296"/>
            <a:chExt cx="2869676" cy="1563379"/>
          </a:xfrm>
        </p:grpSpPr>
        <p:cxnSp>
          <p:nvCxnSpPr>
            <p:cNvPr id="1055" name="Google Shape;1055;p41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056" name="Google Shape;1056;p41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057" name="Google Shape;1057;p41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1058" name="Google Shape;1058;p41"/>
          <p:cNvSpPr/>
          <p:nvPr/>
        </p:nvSpPr>
        <p:spPr>
          <a:xfrm>
            <a:off x="8607287" y="4680817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9" name="Google Shape;1059;p41"/>
          <p:cNvSpPr txBox="1">
            <a:spLocks noGrp="1"/>
          </p:cNvSpPr>
          <p:nvPr>
            <p:ph type="body" idx="1"/>
          </p:nvPr>
        </p:nvSpPr>
        <p:spPr>
          <a:xfrm>
            <a:off x="580608" y="925369"/>
            <a:ext cx="3901500" cy="3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60" name="Google Shape;1060;p41"/>
          <p:cNvSpPr txBox="1">
            <a:spLocks noGrp="1"/>
          </p:cNvSpPr>
          <p:nvPr>
            <p:ph type="ftr" idx="11"/>
          </p:nvPr>
        </p:nvSpPr>
        <p:spPr>
          <a:xfrm>
            <a:off x="580610" y="4856715"/>
            <a:ext cx="32340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grpSp>
        <p:nvGrpSpPr>
          <p:cNvPr id="1061" name="Google Shape;1061;p41"/>
          <p:cNvGrpSpPr/>
          <p:nvPr/>
        </p:nvGrpSpPr>
        <p:grpSpPr>
          <a:xfrm>
            <a:off x="12020" y="3471967"/>
            <a:ext cx="325800" cy="1671646"/>
            <a:chOff x="16026" y="4629289"/>
            <a:chExt cx="434400" cy="2228861"/>
          </a:xfrm>
        </p:grpSpPr>
        <p:sp>
          <p:nvSpPr>
            <p:cNvPr id="1062" name="Google Shape;1062;p41"/>
            <p:cNvSpPr/>
            <p:nvPr/>
          </p:nvSpPr>
          <p:spPr>
            <a:xfrm>
              <a:off x="16026" y="4629289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3" name="Google Shape;1063;p41"/>
            <p:cNvSpPr/>
            <p:nvPr/>
          </p:nvSpPr>
          <p:spPr>
            <a:xfrm>
              <a:off x="16026" y="5005641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4" name="Google Shape;1064;p41"/>
            <p:cNvSpPr/>
            <p:nvPr/>
          </p:nvSpPr>
          <p:spPr>
            <a:xfrm>
              <a:off x="16026" y="5381993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5" name="Google Shape;1065;p41"/>
            <p:cNvSpPr/>
            <p:nvPr/>
          </p:nvSpPr>
          <p:spPr>
            <a:xfrm>
              <a:off x="16026" y="5758345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6" name="Google Shape;1066;p41"/>
            <p:cNvSpPr/>
            <p:nvPr/>
          </p:nvSpPr>
          <p:spPr>
            <a:xfrm>
              <a:off x="16026" y="6134697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7" name="Google Shape;1067;p41"/>
            <p:cNvSpPr/>
            <p:nvPr/>
          </p:nvSpPr>
          <p:spPr>
            <a:xfrm>
              <a:off x="16026" y="6511050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68" name="Google Shape;1068;p41"/>
          <p:cNvSpPr txBox="1">
            <a:spLocks noGrp="1"/>
          </p:cNvSpPr>
          <p:nvPr>
            <p:ph type="dt" idx="10"/>
          </p:nvPr>
        </p:nvSpPr>
        <p:spPr>
          <a:xfrm>
            <a:off x="4835585" y="4856715"/>
            <a:ext cx="15675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69" name="Google Shape;1069;p41"/>
          <p:cNvSpPr/>
          <p:nvPr/>
        </p:nvSpPr>
        <p:spPr>
          <a:xfrm>
            <a:off x="8692153" y="79409"/>
            <a:ext cx="366980" cy="303866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0" name="Google Shape;1070;p41"/>
          <p:cNvSpPr/>
          <p:nvPr/>
        </p:nvSpPr>
        <p:spPr>
          <a:xfrm>
            <a:off x="69722" y="4907206"/>
            <a:ext cx="210300" cy="2103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1" name="Google Shape;1071;p41"/>
          <p:cNvSpPr txBox="1">
            <a:spLocks noGrp="1"/>
          </p:cNvSpPr>
          <p:nvPr>
            <p:ph type="sldNum" idx="12"/>
          </p:nvPr>
        </p:nvSpPr>
        <p:spPr>
          <a:xfrm>
            <a:off x="43785" y="4881269"/>
            <a:ext cx="2622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072" name="Google Shape;1072;p41"/>
          <p:cNvGrpSpPr/>
          <p:nvPr/>
        </p:nvGrpSpPr>
        <p:grpSpPr>
          <a:xfrm rot="10800000">
            <a:off x="6949022" y="3934533"/>
            <a:ext cx="2152257" cy="1172534"/>
            <a:chOff x="44974" y="27296"/>
            <a:chExt cx="2869676" cy="1563379"/>
          </a:xfrm>
        </p:grpSpPr>
        <p:cxnSp>
          <p:nvCxnSpPr>
            <p:cNvPr id="1073" name="Google Shape;1073;p41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074" name="Google Shape;1074;p41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075" name="Google Shape;1075;p41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1076" name="Google Shape;1076;p41"/>
          <p:cNvSpPr txBox="1">
            <a:spLocks noGrp="1"/>
          </p:cNvSpPr>
          <p:nvPr>
            <p:ph type="body" idx="2"/>
          </p:nvPr>
        </p:nvSpPr>
        <p:spPr>
          <a:xfrm>
            <a:off x="4613850" y="921367"/>
            <a:ext cx="3901500" cy="3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77" name="Google Shape;1077;p41"/>
          <p:cNvSpPr txBox="1">
            <a:spLocks noGrp="1"/>
          </p:cNvSpPr>
          <p:nvPr>
            <p:ph type="title"/>
          </p:nvPr>
        </p:nvSpPr>
        <p:spPr>
          <a:xfrm>
            <a:off x="580609" y="167973"/>
            <a:ext cx="7935000" cy="5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72FF"/>
              </a:buClr>
              <a:buSzPts val="3300"/>
              <a:buFont typeface="Times New Roman"/>
              <a:buNone/>
              <a:defRPr sz="33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 sanh 2">
  <p:cSld name="So sanh 2">
    <p:spTree>
      <p:nvGrpSpPr>
        <p:cNvPr id="1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42"/>
          <p:cNvSpPr/>
          <p:nvPr/>
        </p:nvSpPr>
        <p:spPr>
          <a:xfrm rot="10800000">
            <a:off x="-1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0" name="Google Shape;1080;p42"/>
          <p:cNvSpPr/>
          <p:nvPr/>
        </p:nvSpPr>
        <p:spPr>
          <a:xfrm rot="10800000">
            <a:off x="13" y="83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81" name="Google Shape;1081;p42"/>
          <p:cNvGrpSpPr/>
          <p:nvPr/>
        </p:nvGrpSpPr>
        <p:grpSpPr>
          <a:xfrm>
            <a:off x="43967" y="40719"/>
            <a:ext cx="2152257" cy="1172534"/>
            <a:chOff x="44974" y="27296"/>
            <a:chExt cx="2869676" cy="1563379"/>
          </a:xfrm>
        </p:grpSpPr>
        <p:cxnSp>
          <p:nvCxnSpPr>
            <p:cNvPr id="1082" name="Google Shape;1082;p42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083" name="Google Shape;1083;p42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084" name="Google Shape;1084;p42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1085" name="Google Shape;1085;p42"/>
          <p:cNvSpPr/>
          <p:nvPr/>
        </p:nvSpPr>
        <p:spPr>
          <a:xfrm>
            <a:off x="8607287" y="4680817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p42"/>
          <p:cNvSpPr txBox="1">
            <a:spLocks noGrp="1"/>
          </p:cNvSpPr>
          <p:nvPr>
            <p:ph type="body" idx="1"/>
          </p:nvPr>
        </p:nvSpPr>
        <p:spPr>
          <a:xfrm>
            <a:off x="580608" y="1471961"/>
            <a:ext cx="3901500" cy="31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87" name="Google Shape;1087;p42"/>
          <p:cNvSpPr txBox="1">
            <a:spLocks noGrp="1"/>
          </p:cNvSpPr>
          <p:nvPr>
            <p:ph type="ftr" idx="11"/>
          </p:nvPr>
        </p:nvSpPr>
        <p:spPr>
          <a:xfrm>
            <a:off x="580610" y="4856715"/>
            <a:ext cx="32340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grpSp>
        <p:nvGrpSpPr>
          <p:cNvPr id="1088" name="Google Shape;1088;p42"/>
          <p:cNvGrpSpPr/>
          <p:nvPr/>
        </p:nvGrpSpPr>
        <p:grpSpPr>
          <a:xfrm>
            <a:off x="12020" y="3471967"/>
            <a:ext cx="325800" cy="1671646"/>
            <a:chOff x="16026" y="4629289"/>
            <a:chExt cx="434400" cy="2228861"/>
          </a:xfrm>
        </p:grpSpPr>
        <p:sp>
          <p:nvSpPr>
            <p:cNvPr id="1089" name="Google Shape;1089;p42"/>
            <p:cNvSpPr/>
            <p:nvPr/>
          </p:nvSpPr>
          <p:spPr>
            <a:xfrm>
              <a:off x="16026" y="4629289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0" name="Google Shape;1090;p42"/>
            <p:cNvSpPr/>
            <p:nvPr/>
          </p:nvSpPr>
          <p:spPr>
            <a:xfrm>
              <a:off x="16026" y="5005641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1" name="Google Shape;1091;p42"/>
            <p:cNvSpPr/>
            <p:nvPr/>
          </p:nvSpPr>
          <p:spPr>
            <a:xfrm>
              <a:off x="16026" y="5381993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2" name="Google Shape;1092;p42"/>
            <p:cNvSpPr/>
            <p:nvPr/>
          </p:nvSpPr>
          <p:spPr>
            <a:xfrm>
              <a:off x="16026" y="5758345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3" name="Google Shape;1093;p42"/>
            <p:cNvSpPr/>
            <p:nvPr/>
          </p:nvSpPr>
          <p:spPr>
            <a:xfrm>
              <a:off x="16026" y="6134697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4" name="Google Shape;1094;p42"/>
            <p:cNvSpPr/>
            <p:nvPr/>
          </p:nvSpPr>
          <p:spPr>
            <a:xfrm>
              <a:off x="16026" y="6511050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95" name="Google Shape;1095;p42"/>
          <p:cNvSpPr txBox="1">
            <a:spLocks noGrp="1"/>
          </p:cNvSpPr>
          <p:nvPr>
            <p:ph type="dt" idx="10"/>
          </p:nvPr>
        </p:nvSpPr>
        <p:spPr>
          <a:xfrm>
            <a:off x="4835585" y="4856715"/>
            <a:ext cx="15675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96" name="Google Shape;1096;p42"/>
          <p:cNvSpPr/>
          <p:nvPr/>
        </p:nvSpPr>
        <p:spPr>
          <a:xfrm>
            <a:off x="8692153" y="79409"/>
            <a:ext cx="366980" cy="303866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7" name="Google Shape;1097;p42"/>
          <p:cNvSpPr/>
          <p:nvPr/>
        </p:nvSpPr>
        <p:spPr>
          <a:xfrm>
            <a:off x="69722" y="4907206"/>
            <a:ext cx="210300" cy="2103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8" name="Google Shape;1098;p42"/>
          <p:cNvSpPr txBox="1">
            <a:spLocks noGrp="1"/>
          </p:cNvSpPr>
          <p:nvPr>
            <p:ph type="sldNum" idx="12"/>
          </p:nvPr>
        </p:nvSpPr>
        <p:spPr>
          <a:xfrm>
            <a:off x="43785" y="4881269"/>
            <a:ext cx="2622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099" name="Google Shape;1099;p42"/>
          <p:cNvGrpSpPr/>
          <p:nvPr/>
        </p:nvGrpSpPr>
        <p:grpSpPr>
          <a:xfrm rot="10800000">
            <a:off x="6949022" y="3934533"/>
            <a:ext cx="2152257" cy="1172534"/>
            <a:chOff x="44974" y="27296"/>
            <a:chExt cx="2869676" cy="1563379"/>
          </a:xfrm>
        </p:grpSpPr>
        <p:cxnSp>
          <p:nvCxnSpPr>
            <p:cNvPr id="1100" name="Google Shape;1100;p42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101" name="Google Shape;1101;p42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102" name="Google Shape;1102;p42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1103" name="Google Shape;1103;p42"/>
          <p:cNvSpPr txBox="1">
            <a:spLocks noGrp="1"/>
          </p:cNvSpPr>
          <p:nvPr>
            <p:ph type="body" idx="2"/>
          </p:nvPr>
        </p:nvSpPr>
        <p:spPr>
          <a:xfrm>
            <a:off x="4613850" y="1467960"/>
            <a:ext cx="3901500" cy="31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04" name="Google Shape;1104;p42"/>
          <p:cNvSpPr txBox="1">
            <a:spLocks noGrp="1"/>
          </p:cNvSpPr>
          <p:nvPr>
            <p:ph type="body" idx="3"/>
          </p:nvPr>
        </p:nvSpPr>
        <p:spPr>
          <a:xfrm>
            <a:off x="580608" y="925369"/>
            <a:ext cx="3902100" cy="378600"/>
          </a:xfrm>
          <a:prstGeom prst="rect">
            <a:avLst/>
          </a:prstGeom>
          <a:gradFill>
            <a:gsLst>
              <a:gs pos="0">
                <a:srgbClr val="0072FF"/>
              </a:gs>
              <a:gs pos="99000">
                <a:srgbClr val="00C6FF"/>
              </a:gs>
              <a:gs pos="100000">
                <a:srgbClr val="00C6FF"/>
              </a:gs>
            </a:gsLst>
            <a:lin ang="2700006" scaled="0"/>
          </a:gradFill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05" name="Google Shape;1105;p42"/>
          <p:cNvSpPr txBox="1">
            <a:spLocks noGrp="1"/>
          </p:cNvSpPr>
          <p:nvPr>
            <p:ph type="body" idx="4"/>
          </p:nvPr>
        </p:nvSpPr>
        <p:spPr>
          <a:xfrm>
            <a:off x="4613255" y="925369"/>
            <a:ext cx="3902100" cy="378600"/>
          </a:xfrm>
          <a:prstGeom prst="rect">
            <a:avLst/>
          </a:prstGeom>
          <a:gradFill>
            <a:gsLst>
              <a:gs pos="0">
                <a:srgbClr val="0072FF"/>
              </a:gs>
              <a:gs pos="99000">
                <a:srgbClr val="00C6FF"/>
              </a:gs>
              <a:gs pos="100000">
                <a:srgbClr val="00C6FF"/>
              </a:gs>
            </a:gsLst>
            <a:lin ang="2700006" scaled="0"/>
          </a:gradFill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06" name="Google Shape;1106;p42"/>
          <p:cNvSpPr txBox="1">
            <a:spLocks noGrp="1"/>
          </p:cNvSpPr>
          <p:nvPr>
            <p:ph type="title"/>
          </p:nvPr>
        </p:nvSpPr>
        <p:spPr>
          <a:xfrm>
            <a:off x="580609" y="167973"/>
            <a:ext cx="7935000" cy="5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72FF"/>
              </a:buClr>
              <a:buSzPts val="3300"/>
              <a:buFont typeface="Times New Roman"/>
              <a:buNone/>
              <a:defRPr sz="33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i dung 2">
  <p:cSld name="Noi dung 2">
    <p:spTree>
      <p:nvGrpSpPr>
        <p:cNvPr id="1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43"/>
          <p:cNvSpPr/>
          <p:nvPr/>
        </p:nvSpPr>
        <p:spPr>
          <a:xfrm rot="10800000">
            <a:off x="-1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9" name="Google Shape;1109;p43"/>
          <p:cNvSpPr/>
          <p:nvPr/>
        </p:nvSpPr>
        <p:spPr>
          <a:xfrm rot="10800000">
            <a:off x="13" y="83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10" name="Google Shape;1110;p43"/>
          <p:cNvGrpSpPr/>
          <p:nvPr/>
        </p:nvGrpSpPr>
        <p:grpSpPr>
          <a:xfrm>
            <a:off x="43967" y="40719"/>
            <a:ext cx="2152257" cy="1172534"/>
            <a:chOff x="44974" y="27296"/>
            <a:chExt cx="2869676" cy="1563379"/>
          </a:xfrm>
        </p:grpSpPr>
        <p:cxnSp>
          <p:nvCxnSpPr>
            <p:cNvPr id="1111" name="Google Shape;1111;p43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112" name="Google Shape;1112;p43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113" name="Google Shape;1113;p43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1114" name="Google Shape;1114;p43"/>
          <p:cNvSpPr/>
          <p:nvPr/>
        </p:nvSpPr>
        <p:spPr>
          <a:xfrm>
            <a:off x="8607287" y="4680817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5" name="Google Shape;1115;p43"/>
          <p:cNvSpPr txBox="1">
            <a:spLocks noGrp="1"/>
          </p:cNvSpPr>
          <p:nvPr>
            <p:ph type="title"/>
          </p:nvPr>
        </p:nvSpPr>
        <p:spPr>
          <a:xfrm>
            <a:off x="580610" y="151507"/>
            <a:ext cx="2949000" cy="12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72FF"/>
              </a:buClr>
              <a:buSzPts val="3000"/>
              <a:buFont typeface="Times New Roman"/>
              <a:buNone/>
              <a:defRPr sz="30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16" name="Google Shape;1116;p43"/>
          <p:cNvSpPr txBox="1">
            <a:spLocks noGrp="1"/>
          </p:cNvSpPr>
          <p:nvPr>
            <p:ph type="body" idx="1"/>
          </p:nvPr>
        </p:nvSpPr>
        <p:spPr>
          <a:xfrm>
            <a:off x="580608" y="1585356"/>
            <a:ext cx="2949000" cy="30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17" name="Google Shape;1117;p43"/>
          <p:cNvSpPr txBox="1">
            <a:spLocks noGrp="1"/>
          </p:cNvSpPr>
          <p:nvPr>
            <p:ph type="ftr" idx="11"/>
          </p:nvPr>
        </p:nvSpPr>
        <p:spPr>
          <a:xfrm>
            <a:off x="580610" y="4856715"/>
            <a:ext cx="32340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grpSp>
        <p:nvGrpSpPr>
          <p:cNvPr id="1118" name="Google Shape;1118;p43"/>
          <p:cNvGrpSpPr/>
          <p:nvPr/>
        </p:nvGrpSpPr>
        <p:grpSpPr>
          <a:xfrm>
            <a:off x="12020" y="3471967"/>
            <a:ext cx="325800" cy="1671646"/>
            <a:chOff x="16026" y="4629289"/>
            <a:chExt cx="434400" cy="2228861"/>
          </a:xfrm>
        </p:grpSpPr>
        <p:sp>
          <p:nvSpPr>
            <p:cNvPr id="1119" name="Google Shape;1119;p43"/>
            <p:cNvSpPr/>
            <p:nvPr/>
          </p:nvSpPr>
          <p:spPr>
            <a:xfrm>
              <a:off x="16026" y="4629289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0" name="Google Shape;1120;p43"/>
            <p:cNvSpPr/>
            <p:nvPr/>
          </p:nvSpPr>
          <p:spPr>
            <a:xfrm>
              <a:off x="16026" y="5005641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1" name="Google Shape;1121;p43"/>
            <p:cNvSpPr/>
            <p:nvPr/>
          </p:nvSpPr>
          <p:spPr>
            <a:xfrm>
              <a:off x="16026" y="5381993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2" name="Google Shape;1122;p43"/>
            <p:cNvSpPr/>
            <p:nvPr/>
          </p:nvSpPr>
          <p:spPr>
            <a:xfrm>
              <a:off x="16026" y="5758345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3" name="Google Shape;1123;p43"/>
            <p:cNvSpPr/>
            <p:nvPr/>
          </p:nvSpPr>
          <p:spPr>
            <a:xfrm>
              <a:off x="16026" y="6134697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4" name="Google Shape;1124;p43"/>
            <p:cNvSpPr/>
            <p:nvPr/>
          </p:nvSpPr>
          <p:spPr>
            <a:xfrm>
              <a:off x="16026" y="6511050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25" name="Google Shape;1125;p43"/>
          <p:cNvSpPr txBox="1">
            <a:spLocks noGrp="1"/>
          </p:cNvSpPr>
          <p:nvPr>
            <p:ph type="dt" idx="10"/>
          </p:nvPr>
        </p:nvSpPr>
        <p:spPr>
          <a:xfrm>
            <a:off x="4835585" y="4856715"/>
            <a:ext cx="15675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26" name="Google Shape;1126;p43"/>
          <p:cNvSpPr/>
          <p:nvPr/>
        </p:nvSpPr>
        <p:spPr>
          <a:xfrm>
            <a:off x="8692153" y="79409"/>
            <a:ext cx="366980" cy="303866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7" name="Google Shape;1127;p43"/>
          <p:cNvSpPr/>
          <p:nvPr/>
        </p:nvSpPr>
        <p:spPr>
          <a:xfrm>
            <a:off x="69722" y="4907206"/>
            <a:ext cx="210300" cy="2103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8" name="Google Shape;1128;p43"/>
          <p:cNvSpPr txBox="1">
            <a:spLocks noGrp="1"/>
          </p:cNvSpPr>
          <p:nvPr>
            <p:ph type="sldNum" idx="12"/>
          </p:nvPr>
        </p:nvSpPr>
        <p:spPr>
          <a:xfrm>
            <a:off x="43785" y="4881269"/>
            <a:ext cx="2622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129" name="Google Shape;1129;p43"/>
          <p:cNvGrpSpPr/>
          <p:nvPr/>
        </p:nvGrpSpPr>
        <p:grpSpPr>
          <a:xfrm rot="10800000">
            <a:off x="6949022" y="3934533"/>
            <a:ext cx="2152257" cy="1172534"/>
            <a:chOff x="44974" y="27296"/>
            <a:chExt cx="2869676" cy="1563379"/>
          </a:xfrm>
        </p:grpSpPr>
        <p:cxnSp>
          <p:nvCxnSpPr>
            <p:cNvPr id="1130" name="Google Shape;1130;p43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131" name="Google Shape;1131;p43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132" name="Google Shape;1132;p43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1133" name="Google Shape;1133;p43"/>
          <p:cNvSpPr txBox="1">
            <a:spLocks noGrp="1"/>
          </p:cNvSpPr>
          <p:nvPr>
            <p:ph type="body" idx="2"/>
          </p:nvPr>
        </p:nvSpPr>
        <p:spPr>
          <a:xfrm>
            <a:off x="3814450" y="151507"/>
            <a:ext cx="4701000" cy="44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ình ảnh">
  <p:cSld name="Hình ảnh">
    <p:spTree>
      <p:nvGrpSpPr>
        <p:cNvPr id="1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p44"/>
          <p:cNvSpPr/>
          <p:nvPr/>
        </p:nvSpPr>
        <p:spPr>
          <a:xfrm rot="10800000">
            <a:off x="-1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6" name="Google Shape;1136;p44"/>
          <p:cNvSpPr/>
          <p:nvPr/>
        </p:nvSpPr>
        <p:spPr>
          <a:xfrm rot="10800000">
            <a:off x="13" y="83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37" name="Google Shape;1137;p44"/>
          <p:cNvGrpSpPr/>
          <p:nvPr/>
        </p:nvGrpSpPr>
        <p:grpSpPr>
          <a:xfrm>
            <a:off x="43967" y="40719"/>
            <a:ext cx="2152257" cy="1172534"/>
            <a:chOff x="44974" y="27296"/>
            <a:chExt cx="2869676" cy="1563379"/>
          </a:xfrm>
        </p:grpSpPr>
        <p:cxnSp>
          <p:nvCxnSpPr>
            <p:cNvPr id="1138" name="Google Shape;1138;p44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139" name="Google Shape;1139;p44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140" name="Google Shape;1140;p44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1141" name="Google Shape;1141;p44"/>
          <p:cNvSpPr/>
          <p:nvPr/>
        </p:nvSpPr>
        <p:spPr>
          <a:xfrm>
            <a:off x="8607287" y="4680817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2" name="Google Shape;1142;p44"/>
          <p:cNvSpPr txBox="1">
            <a:spLocks noGrp="1"/>
          </p:cNvSpPr>
          <p:nvPr>
            <p:ph type="title"/>
          </p:nvPr>
        </p:nvSpPr>
        <p:spPr>
          <a:xfrm>
            <a:off x="580610" y="151507"/>
            <a:ext cx="2949000" cy="12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72FF"/>
              </a:buClr>
              <a:buSzPts val="3000"/>
              <a:buFont typeface="Times New Roman"/>
              <a:buNone/>
              <a:defRPr sz="30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43" name="Google Shape;1143;p44"/>
          <p:cNvSpPr txBox="1">
            <a:spLocks noGrp="1"/>
          </p:cNvSpPr>
          <p:nvPr>
            <p:ph type="body" idx="1"/>
          </p:nvPr>
        </p:nvSpPr>
        <p:spPr>
          <a:xfrm>
            <a:off x="580608" y="1585356"/>
            <a:ext cx="2949000" cy="30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44" name="Google Shape;1144;p44"/>
          <p:cNvSpPr txBox="1">
            <a:spLocks noGrp="1"/>
          </p:cNvSpPr>
          <p:nvPr>
            <p:ph type="ftr" idx="11"/>
          </p:nvPr>
        </p:nvSpPr>
        <p:spPr>
          <a:xfrm>
            <a:off x="580610" y="4856715"/>
            <a:ext cx="32340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grpSp>
        <p:nvGrpSpPr>
          <p:cNvPr id="1145" name="Google Shape;1145;p44"/>
          <p:cNvGrpSpPr/>
          <p:nvPr/>
        </p:nvGrpSpPr>
        <p:grpSpPr>
          <a:xfrm>
            <a:off x="12020" y="3471967"/>
            <a:ext cx="325800" cy="1671646"/>
            <a:chOff x="16026" y="4629289"/>
            <a:chExt cx="434400" cy="2228861"/>
          </a:xfrm>
        </p:grpSpPr>
        <p:sp>
          <p:nvSpPr>
            <p:cNvPr id="1146" name="Google Shape;1146;p44"/>
            <p:cNvSpPr/>
            <p:nvPr/>
          </p:nvSpPr>
          <p:spPr>
            <a:xfrm>
              <a:off x="16026" y="4629289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7" name="Google Shape;1147;p44"/>
            <p:cNvSpPr/>
            <p:nvPr/>
          </p:nvSpPr>
          <p:spPr>
            <a:xfrm>
              <a:off x="16026" y="5005641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8" name="Google Shape;1148;p44"/>
            <p:cNvSpPr/>
            <p:nvPr/>
          </p:nvSpPr>
          <p:spPr>
            <a:xfrm>
              <a:off x="16026" y="5381993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9" name="Google Shape;1149;p44"/>
            <p:cNvSpPr/>
            <p:nvPr/>
          </p:nvSpPr>
          <p:spPr>
            <a:xfrm>
              <a:off x="16026" y="5758345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0" name="Google Shape;1150;p44"/>
            <p:cNvSpPr/>
            <p:nvPr/>
          </p:nvSpPr>
          <p:spPr>
            <a:xfrm>
              <a:off x="16026" y="6134697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1" name="Google Shape;1151;p44"/>
            <p:cNvSpPr/>
            <p:nvPr/>
          </p:nvSpPr>
          <p:spPr>
            <a:xfrm>
              <a:off x="16026" y="6511050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52" name="Google Shape;1152;p44"/>
          <p:cNvSpPr txBox="1">
            <a:spLocks noGrp="1"/>
          </p:cNvSpPr>
          <p:nvPr>
            <p:ph type="dt" idx="10"/>
          </p:nvPr>
        </p:nvSpPr>
        <p:spPr>
          <a:xfrm>
            <a:off x="4835585" y="4856715"/>
            <a:ext cx="15675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53" name="Google Shape;1153;p44"/>
          <p:cNvSpPr/>
          <p:nvPr/>
        </p:nvSpPr>
        <p:spPr>
          <a:xfrm>
            <a:off x="8692153" y="79409"/>
            <a:ext cx="366980" cy="303866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4" name="Google Shape;1154;p44"/>
          <p:cNvSpPr/>
          <p:nvPr/>
        </p:nvSpPr>
        <p:spPr>
          <a:xfrm>
            <a:off x="69722" y="4907206"/>
            <a:ext cx="210300" cy="2103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5" name="Google Shape;1155;p44"/>
          <p:cNvSpPr txBox="1">
            <a:spLocks noGrp="1"/>
          </p:cNvSpPr>
          <p:nvPr>
            <p:ph type="sldNum" idx="12"/>
          </p:nvPr>
        </p:nvSpPr>
        <p:spPr>
          <a:xfrm>
            <a:off x="43785" y="4881269"/>
            <a:ext cx="2622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156" name="Google Shape;1156;p44"/>
          <p:cNvGrpSpPr/>
          <p:nvPr/>
        </p:nvGrpSpPr>
        <p:grpSpPr>
          <a:xfrm rot="10800000">
            <a:off x="6949022" y="3934533"/>
            <a:ext cx="2152257" cy="1172534"/>
            <a:chOff x="44974" y="27296"/>
            <a:chExt cx="2869676" cy="1563379"/>
          </a:xfrm>
        </p:grpSpPr>
        <p:cxnSp>
          <p:nvCxnSpPr>
            <p:cNvPr id="1157" name="Google Shape;1157;p44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158" name="Google Shape;1158;p44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159" name="Google Shape;1159;p44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1160" name="Google Shape;1160;p44"/>
          <p:cNvSpPr>
            <a:spLocks noGrp="1"/>
          </p:cNvSpPr>
          <p:nvPr>
            <p:ph type="pic" idx="2"/>
          </p:nvPr>
        </p:nvSpPr>
        <p:spPr>
          <a:xfrm>
            <a:off x="3870280" y="151507"/>
            <a:ext cx="4677900" cy="4482600"/>
          </a:xfrm>
          <a:prstGeom prst="roundRect">
            <a:avLst>
              <a:gd name="adj" fmla="val 574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g trong 1">
  <p:cSld name="Trang trong 1">
    <p:spTree>
      <p:nvGrpSpPr>
        <p:cNvPr id="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45"/>
          <p:cNvSpPr/>
          <p:nvPr/>
        </p:nvSpPr>
        <p:spPr>
          <a:xfrm>
            <a:off x="8607287" y="4680817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63" name="Google Shape;1163;p45"/>
          <p:cNvGrpSpPr/>
          <p:nvPr/>
        </p:nvGrpSpPr>
        <p:grpSpPr>
          <a:xfrm rot="10800000">
            <a:off x="6947777" y="4447903"/>
            <a:ext cx="2152257" cy="664889"/>
            <a:chOff x="44974" y="27296"/>
            <a:chExt cx="2869676" cy="886519"/>
          </a:xfrm>
        </p:grpSpPr>
        <p:cxnSp>
          <p:nvCxnSpPr>
            <p:cNvPr id="1164" name="Google Shape;1164;p45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65" name="Google Shape;1165;p45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66" name="Google Shape;1166;p45"/>
            <p:cNvCxnSpPr/>
            <p:nvPr/>
          </p:nvCxnSpPr>
          <p:spPr>
            <a:xfrm rot="10800000">
              <a:off x="52214" y="654015"/>
              <a:ext cx="0" cy="25980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167" name="Google Shape;1167;p45"/>
          <p:cNvSpPr/>
          <p:nvPr/>
        </p:nvSpPr>
        <p:spPr>
          <a:xfrm>
            <a:off x="16639" y="4937355"/>
            <a:ext cx="175500" cy="175500"/>
          </a:xfrm>
          <a:prstGeom prst="ellipse">
            <a:avLst/>
          </a:prstGeom>
          <a:gradFill>
            <a:gsLst>
              <a:gs pos="0">
                <a:srgbClr val="0072FF"/>
              </a:gs>
              <a:gs pos="99000">
                <a:srgbClr val="00C6FF"/>
              </a:gs>
              <a:gs pos="100000">
                <a:srgbClr val="00C6FF"/>
              </a:gs>
            </a:gsLst>
            <a:lin ang="2700006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8" name="Google Shape;1168;p45"/>
          <p:cNvSpPr txBox="1">
            <a:spLocks noGrp="1"/>
          </p:cNvSpPr>
          <p:nvPr>
            <p:ph type="sldNum" idx="12"/>
          </p:nvPr>
        </p:nvSpPr>
        <p:spPr>
          <a:xfrm>
            <a:off x="-1504" y="4924800"/>
            <a:ext cx="218700" cy="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69" name="Google Shape;1169;p45"/>
          <p:cNvSpPr/>
          <p:nvPr/>
        </p:nvSpPr>
        <p:spPr>
          <a:xfrm rot="10800000">
            <a:off x="13" y="83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70" name="Google Shape;1170;p45"/>
          <p:cNvGrpSpPr/>
          <p:nvPr/>
        </p:nvGrpSpPr>
        <p:grpSpPr>
          <a:xfrm>
            <a:off x="43967" y="30708"/>
            <a:ext cx="2152257" cy="664889"/>
            <a:chOff x="44974" y="27296"/>
            <a:chExt cx="2869676" cy="886519"/>
          </a:xfrm>
        </p:grpSpPr>
        <p:cxnSp>
          <p:nvCxnSpPr>
            <p:cNvPr id="1171" name="Google Shape;1171;p45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172" name="Google Shape;1172;p45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173" name="Google Shape;1173;p45"/>
            <p:cNvCxnSpPr/>
            <p:nvPr/>
          </p:nvCxnSpPr>
          <p:spPr>
            <a:xfrm rot="10800000">
              <a:off x="52214" y="654015"/>
              <a:ext cx="0" cy="2598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1174" name="Google Shape;1174;p45"/>
          <p:cNvSpPr/>
          <p:nvPr/>
        </p:nvSpPr>
        <p:spPr>
          <a:xfrm>
            <a:off x="8692153" y="79409"/>
            <a:ext cx="366980" cy="303866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5" name="Google Shape;1175;p45"/>
          <p:cNvSpPr txBox="1">
            <a:spLocks noGrp="1"/>
          </p:cNvSpPr>
          <p:nvPr>
            <p:ph type="ftr" idx="11"/>
          </p:nvPr>
        </p:nvSpPr>
        <p:spPr>
          <a:xfrm>
            <a:off x="580610" y="4856715"/>
            <a:ext cx="32340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76" name="Google Shape;1176;p45"/>
          <p:cNvSpPr txBox="1">
            <a:spLocks noGrp="1"/>
          </p:cNvSpPr>
          <p:nvPr>
            <p:ph type="dt" idx="10"/>
          </p:nvPr>
        </p:nvSpPr>
        <p:spPr>
          <a:xfrm>
            <a:off x="4835585" y="4856715"/>
            <a:ext cx="15675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g trong 2">
  <p:cSld name="Trang trong 2">
    <p:spTree>
      <p:nvGrpSpPr>
        <p:cNvPr id="1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p46"/>
          <p:cNvSpPr/>
          <p:nvPr/>
        </p:nvSpPr>
        <p:spPr>
          <a:xfrm>
            <a:off x="16639" y="4937355"/>
            <a:ext cx="175500" cy="175500"/>
          </a:xfrm>
          <a:prstGeom prst="ellipse">
            <a:avLst/>
          </a:prstGeom>
          <a:gradFill>
            <a:gsLst>
              <a:gs pos="0">
                <a:srgbClr val="0072FF"/>
              </a:gs>
              <a:gs pos="99000">
                <a:srgbClr val="00C6FF"/>
              </a:gs>
              <a:gs pos="100000">
                <a:srgbClr val="00C6FF"/>
              </a:gs>
            </a:gsLst>
            <a:lin ang="2700006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9" name="Google Shape;1179;p46"/>
          <p:cNvSpPr txBox="1">
            <a:spLocks noGrp="1"/>
          </p:cNvSpPr>
          <p:nvPr>
            <p:ph type="sldNum" idx="12"/>
          </p:nvPr>
        </p:nvSpPr>
        <p:spPr>
          <a:xfrm>
            <a:off x="-1504" y="4924800"/>
            <a:ext cx="218700" cy="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êu đề">
  <p:cSld name="1_Tiêu đề">
    <p:spTree>
      <p:nvGrpSpPr>
        <p:cNvPr id="1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47"/>
          <p:cNvSpPr txBox="1">
            <a:spLocks noGrp="1"/>
          </p:cNvSpPr>
          <p:nvPr>
            <p:ph type="ftr" idx="11"/>
          </p:nvPr>
        </p:nvSpPr>
        <p:spPr>
          <a:xfrm>
            <a:off x="1765260" y="4860472"/>
            <a:ext cx="3216300" cy="1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82" name="Google Shape;1182;p47"/>
          <p:cNvSpPr/>
          <p:nvPr/>
        </p:nvSpPr>
        <p:spPr>
          <a:xfrm rot="10800000">
            <a:off x="-1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12192000" y="304800"/>
                </a:moveTo>
                <a:lnTo>
                  <a:pt x="9909279" y="304800"/>
                </a:lnTo>
                <a:lnTo>
                  <a:pt x="9732789" y="152400"/>
                </a:lnTo>
                <a:lnTo>
                  <a:pt x="5617499" y="152400"/>
                </a:lnTo>
                <a:lnTo>
                  <a:pt x="5441009" y="0"/>
                </a:lnTo>
                <a:lnTo>
                  <a:pt x="12192000" y="0"/>
                </a:lnTo>
                <a:close/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1999" y="6858000"/>
                </a:moveTo>
                <a:lnTo>
                  <a:pt x="11476382" y="6858000"/>
                </a:lnTo>
                <a:lnTo>
                  <a:pt x="12191999" y="6241089"/>
                </a:lnTo>
                <a:close/>
                <a:moveTo>
                  <a:pt x="6750991" y="6858000"/>
                </a:moveTo>
                <a:lnTo>
                  <a:pt x="0" y="6858000"/>
                </a:lnTo>
                <a:lnTo>
                  <a:pt x="0" y="6553200"/>
                </a:lnTo>
                <a:lnTo>
                  <a:pt x="2282721" y="6553200"/>
                </a:lnTo>
                <a:lnTo>
                  <a:pt x="2459211" y="6705600"/>
                </a:lnTo>
                <a:lnTo>
                  <a:pt x="6574500" y="670560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3" name="Google Shape;1183;p47"/>
          <p:cNvSpPr/>
          <p:nvPr/>
        </p:nvSpPr>
        <p:spPr>
          <a:xfrm rot="10800000">
            <a:off x="13" y="83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84" name="Google Shape;1184;p47"/>
          <p:cNvGrpSpPr/>
          <p:nvPr/>
        </p:nvGrpSpPr>
        <p:grpSpPr>
          <a:xfrm>
            <a:off x="43967" y="30708"/>
            <a:ext cx="2152257" cy="1172534"/>
            <a:chOff x="44974" y="27296"/>
            <a:chExt cx="2869676" cy="1563379"/>
          </a:xfrm>
        </p:grpSpPr>
        <p:cxnSp>
          <p:nvCxnSpPr>
            <p:cNvPr id="1185" name="Google Shape;1185;p47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186" name="Google Shape;1186;p47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187" name="Google Shape;1187;p47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1188" name="Google Shape;1188;p47"/>
          <p:cNvSpPr/>
          <p:nvPr/>
        </p:nvSpPr>
        <p:spPr>
          <a:xfrm>
            <a:off x="8607287" y="4680817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89" name="Google Shape;1189;p47"/>
          <p:cNvGrpSpPr/>
          <p:nvPr/>
        </p:nvGrpSpPr>
        <p:grpSpPr>
          <a:xfrm rot="10800000">
            <a:off x="6947777" y="3940258"/>
            <a:ext cx="2152257" cy="1172534"/>
            <a:chOff x="44974" y="27296"/>
            <a:chExt cx="2869676" cy="1563379"/>
          </a:xfrm>
        </p:grpSpPr>
        <p:cxnSp>
          <p:nvCxnSpPr>
            <p:cNvPr id="1190" name="Google Shape;1190;p47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91" name="Google Shape;1191;p47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92" name="Google Shape;1192;p47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193" name="Google Shape;1193;p47"/>
          <p:cNvSpPr/>
          <p:nvPr/>
        </p:nvSpPr>
        <p:spPr>
          <a:xfrm flipH="1">
            <a:off x="4080757" y="0"/>
            <a:ext cx="5063243" cy="228600"/>
          </a:xfrm>
          <a:custGeom>
            <a:avLst/>
            <a:gdLst/>
            <a:ahLst/>
            <a:cxnLst/>
            <a:rect l="l" t="t" r="r" b="b"/>
            <a:pathLst>
              <a:path w="6750991" h="304800" extrusionOk="0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4" name="Google Shape;1194;p47"/>
          <p:cNvSpPr/>
          <p:nvPr/>
        </p:nvSpPr>
        <p:spPr>
          <a:xfrm rot="10800000" flipH="1">
            <a:off x="0" y="4914900"/>
            <a:ext cx="5063243" cy="228600"/>
          </a:xfrm>
          <a:custGeom>
            <a:avLst/>
            <a:gdLst/>
            <a:ahLst/>
            <a:cxnLst/>
            <a:rect l="l" t="t" r="r" b="b"/>
            <a:pathLst>
              <a:path w="6750991" h="304800" extrusionOk="0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5" name="Google Shape;1195;p47" descr="A picture containing clipart, vector graphic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9479" y="271978"/>
            <a:ext cx="408216" cy="337660"/>
          </a:xfrm>
          <a:prstGeom prst="rect">
            <a:avLst/>
          </a:prstGeom>
          <a:noFill/>
          <a:ln>
            <a:noFill/>
          </a:ln>
        </p:spPr>
      </p:pic>
      <p:sp>
        <p:nvSpPr>
          <p:cNvPr id="1196" name="Google Shape;1196;p47"/>
          <p:cNvSpPr txBox="1"/>
          <p:nvPr/>
        </p:nvSpPr>
        <p:spPr>
          <a:xfrm>
            <a:off x="717695" y="244600"/>
            <a:ext cx="29976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rPr>
              <a:t>ĐẠI HỌC QUỐC GIA TP. HỒ CHÍ MINH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rPr>
              <a:t>TRƯỜNG ĐẠI HỌC CÔNG NGHỆ THÔNG TIN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7" name="Google Shape;1197;p47"/>
          <p:cNvSpPr/>
          <p:nvPr/>
        </p:nvSpPr>
        <p:spPr>
          <a:xfrm>
            <a:off x="8943443" y="4937355"/>
            <a:ext cx="175500" cy="175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8" name="Google Shape;1198;p47"/>
          <p:cNvSpPr txBox="1">
            <a:spLocks noGrp="1"/>
          </p:cNvSpPr>
          <p:nvPr>
            <p:ph type="sldNum" idx="12"/>
          </p:nvPr>
        </p:nvSpPr>
        <p:spPr>
          <a:xfrm>
            <a:off x="8920769" y="4924801"/>
            <a:ext cx="218700" cy="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99" name="Google Shape;1199;p47"/>
          <p:cNvSpPr txBox="1">
            <a:spLocks noGrp="1"/>
          </p:cNvSpPr>
          <p:nvPr>
            <p:ph type="body" idx="1"/>
          </p:nvPr>
        </p:nvSpPr>
        <p:spPr>
          <a:xfrm>
            <a:off x="1388105" y="1656119"/>
            <a:ext cx="6367800" cy="5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300"/>
              <a:buNone/>
              <a:defRPr sz="33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00" name="Google Shape;1200;p47"/>
          <p:cNvSpPr txBox="1">
            <a:spLocks noGrp="1"/>
          </p:cNvSpPr>
          <p:nvPr>
            <p:ph type="body" idx="2"/>
          </p:nvPr>
        </p:nvSpPr>
        <p:spPr>
          <a:xfrm>
            <a:off x="657743" y="2279591"/>
            <a:ext cx="7828500" cy="3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46"/>
              </a:buClr>
              <a:buSzPts val="1500"/>
              <a:buNone/>
              <a:defRPr sz="1500" b="1">
                <a:solidFill>
                  <a:srgbClr val="00004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01" name="Google Shape;1201;p47"/>
          <p:cNvSpPr txBox="1">
            <a:spLocks noGrp="1"/>
          </p:cNvSpPr>
          <p:nvPr>
            <p:ph type="body" idx="3"/>
          </p:nvPr>
        </p:nvSpPr>
        <p:spPr>
          <a:xfrm>
            <a:off x="3510728" y="3722286"/>
            <a:ext cx="2122800" cy="258900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6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 b="1" i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02" name="Google Shape;1202;p47"/>
          <p:cNvSpPr txBox="1">
            <a:spLocks noGrp="1"/>
          </p:cNvSpPr>
          <p:nvPr>
            <p:ph type="body" idx="4"/>
          </p:nvPr>
        </p:nvSpPr>
        <p:spPr>
          <a:xfrm>
            <a:off x="1388105" y="2723108"/>
            <a:ext cx="6367800" cy="4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900"/>
              <a:buNone/>
              <a:defRPr sz="900">
                <a:solidFill>
                  <a:srgbClr val="BFBFB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03" name="Google Shape;1203;p47"/>
          <p:cNvSpPr txBox="1">
            <a:spLocks noGrp="1"/>
          </p:cNvSpPr>
          <p:nvPr>
            <p:ph type="dt" idx="10"/>
          </p:nvPr>
        </p:nvSpPr>
        <p:spPr>
          <a:xfrm>
            <a:off x="5075855" y="4857749"/>
            <a:ext cx="1872000" cy="1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i dung" type="obj">
  <p:cSld name="OBJECT">
    <p:spTree>
      <p:nvGrpSpPr>
        <p:cNvPr id="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g3f173680aaf_49_4458"/>
          <p:cNvSpPr/>
          <p:nvPr/>
        </p:nvSpPr>
        <p:spPr>
          <a:xfrm rot="10800000">
            <a:off x="-1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3" name="Google Shape;1213;g3f173680aaf_49_4458"/>
          <p:cNvSpPr/>
          <p:nvPr/>
        </p:nvSpPr>
        <p:spPr>
          <a:xfrm rot="10800000">
            <a:off x="13" y="83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14" name="Google Shape;1214;g3f173680aaf_49_4458"/>
          <p:cNvGrpSpPr/>
          <p:nvPr/>
        </p:nvGrpSpPr>
        <p:grpSpPr>
          <a:xfrm>
            <a:off x="43967" y="40719"/>
            <a:ext cx="2152257" cy="1172534"/>
            <a:chOff x="44974" y="27296"/>
            <a:chExt cx="2869676" cy="1563379"/>
          </a:xfrm>
        </p:grpSpPr>
        <p:cxnSp>
          <p:nvCxnSpPr>
            <p:cNvPr id="1215" name="Google Shape;1215;g3f173680aaf_49_4458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216" name="Google Shape;1216;g3f173680aaf_49_4458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217" name="Google Shape;1217;g3f173680aaf_49_4458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1218" name="Google Shape;1218;g3f173680aaf_49_4458"/>
          <p:cNvSpPr/>
          <p:nvPr/>
        </p:nvSpPr>
        <p:spPr>
          <a:xfrm>
            <a:off x="8607287" y="4680817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9" name="Google Shape;1219;g3f173680aaf_49_4458"/>
          <p:cNvSpPr txBox="1">
            <a:spLocks noGrp="1"/>
          </p:cNvSpPr>
          <p:nvPr>
            <p:ph type="title"/>
          </p:nvPr>
        </p:nvSpPr>
        <p:spPr>
          <a:xfrm>
            <a:off x="580609" y="167973"/>
            <a:ext cx="7935000" cy="5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72FF"/>
              </a:buClr>
              <a:buSzPts val="3300"/>
              <a:buFont typeface="Times New Roman"/>
              <a:buNone/>
              <a:defRPr sz="33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20" name="Google Shape;1220;g3f173680aaf_49_4458"/>
          <p:cNvSpPr txBox="1">
            <a:spLocks noGrp="1"/>
          </p:cNvSpPr>
          <p:nvPr>
            <p:ph type="body" idx="1"/>
          </p:nvPr>
        </p:nvSpPr>
        <p:spPr>
          <a:xfrm>
            <a:off x="580609" y="925368"/>
            <a:ext cx="7935000" cy="3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21" name="Google Shape;1221;g3f173680aaf_49_4458"/>
          <p:cNvSpPr txBox="1">
            <a:spLocks noGrp="1"/>
          </p:cNvSpPr>
          <p:nvPr>
            <p:ph type="ftr" idx="11"/>
          </p:nvPr>
        </p:nvSpPr>
        <p:spPr>
          <a:xfrm>
            <a:off x="580610" y="4856715"/>
            <a:ext cx="32340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grpSp>
        <p:nvGrpSpPr>
          <p:cNvPr id="1222" name="Google Shape;1222;g3f173680aaf_49_4458"/>
          <p:cNvGrpSpPr/>
          <p:nvPr/>
        </p:nvGrpSpPr>
        <p:grpSpPr>
          <a:xfrm>
            <a:off x="12020" y="3471966"/>
            <a:ext cx="325800" cy="1671646"/>
            <a:chOff x="16026" y="4629289"/>
            <a:chExt cx="434400" cy="2228861"/>
          </a:xfrm>
        </p:grpSpPr>
        <p:sp>
          <p:nvSpPr>
            <p:cNvPr id="1223" name="Google Shape;1223;g3f173680aaf_49_4458"/>
            <p:cNvSpPr/>
            <p:nvPr/>
          </p:nvSpPr>
          <p:spPr>
            <a:xfrm>
              <a:off x="16026" y="4629289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4" name="Google Shape;1224;g3f173680aaf_49_4458"/>
            <p:cNvSpPr/>
            <p:nvPr/>
          </p:nvSpPr>
          <p:spPr>
            <a:xfrm>
              <a:off x="16026" y="5005641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5" name="Google Shape;1225;g3f173680aaf_49_4458"/>
            <p:cNvSpPr/>
            <p:nvPr/>
          </p:nvSpPr>
          <p:spPr>
            <a:xfrm>
              <a:off x="16026" y="5381993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6" name="Google Shape;1226;g3f173680aaf_49_4458"/>
            <p:cNvSpPr/>
            <p:nvPr/>
          </p:nvSpPr>
          <p:spPr>
            <a:xfrm>
              <a:off x="16026" y="5758345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7" name="Google Shape;1227;g3f173680aaf_49_4458"/>
            <p:cNvSpPr/>
            <p:nvPr/>
          </p:nvSpPr>
          <p:spPr>
            <a:xfrm>
              <a:off x="16026" y="6134697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8" name="Google Shape;1228;g3f173680aaf_49_4458"/>
            <p:cNvSpPr/>
            <p:nvPr/>
          </p:nvSpPr>
          <p:spPr>
            <a:xfrm>
              <a:off x="16026" y="6511050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29" name="Google Shape;1229;g3f173680aaf_49_4458"/>
          <p:cNvSpPr txBox="1">
            <a:spLocks noGrp="1"/>
          </p:cNvSpPr>
          <p:nvPr>
            <p:ph type="dt" idx="10"/>
          </p:nvPr>
        </p:nvSpPr>
        <p:spPr>
          <a:xfrm>
            <a:off x="4835585" y="4856715"/>
            <a:ext cx="15675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30" name="Google Shape;1230;g3f173680aaf_49_4458"/>
          <p:cNvSpPr/>
          <p:nvPr/>
        </p:nvSpPr>
        <p:spPr>
          <a:xfrm>
            <a:off x="8692153" y="79409"/>
            <a:ext cx="366980" cy="303866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1" name="Google Shape;1231;g3f173680aaf_49_4458"/>
          <p:cNvSpPr/>
          <p:nvPr/>
        </p:nvSpPr>
        <p:spPr>
          <a:xfrm>
            <a:off x="69722" y="4907206"/>
            <a:ext cx="210300" cy="2103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2" name="Google Shape;1232;g3f173680aaf_49_4458"/>
          <p:cNvSpPr txBox="1">
            <a:spLocks noGrp="1"/>
          </p:cNvSpPr>
          <p:nvPr>
            <p:ph type="sldNum" idx="12"/>
          </p:nvPr>
        </p:nvSpPr>
        <p:spPr>
          <a:xfrm>
            <a:off x="43785" y="4881269"/>
            <a:ext cx="2622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233" name="Google Shape;1233;g3f173680aaf_49_4458"/>
          <p:cNvGrpSpPr/>
          <p:nvPr/>
        </p:nvGrpSpPr>
        <p:grpSpPr>
          <a:xfrm rot="10800000">
            <a:off x="6949022" y="3934533"/>
            <a:ext cx="2152257" cy="1172534"/>
            <a:chOff x="44974" y="27296"/>
            <a:chExt cx="2869676" cy="1563379"/>
          </a:xfrm>
        </p:grpSpPr>
        <p:cxnSp>
          <p:nvCxnSpPr>
            <p:cNvPr id="1234" name="Google Shape;1234;g3f173680aaf_49_4458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235" name="Google Shape;1235;g3f173680aaf_49_4458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236" name="Google Shape;1236;g3f173680aaf_49_4458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êu đề">
  <p:cSld name="Tiêu đề">
    <p:spTree>
      <p:nvGrpSpPr>
        <p:cNvPr id="1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Google Shape;1238;g3f173680aaf_49_4484"/>
          <p:cNvSpPr txBox="1">
            <a:spLocks noGrp="1"/>
          </p:cNvSpPr>
          <p:nvPr>
            <p:ph type="ftr" idx="11"/>
          </p:nvPr>
        </p:nvSpPr>
        <p:spPr>
          <a:xfrm>
            <a:off x="1765260" y="4860472"/>
            <a:ext cx="3216300" cy="1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39" name="Google Shape;1239;g3f173680aaf_49_4484"/>
          <p:cNvSpPr/>
          <p:nvPr/>
        </p:nvSpPr>
        <p:spPr>
          <a:xfrm rot="10800000">
            <a:off x="-1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12192000" y="304800"/>
                </a:moveTo>
                <a:lnTo>
                  <a:pt x="9909279" y="304800"/>
                </a:lnTo>
                <a:lnTo>
                  <a:pt x="9732789" y="152400"/>
                </a:lnTo>
                <a:lnTo>
                  <a:pt x="5617499" y="152400"/>
                </a:lnTo>
                <a:lnTo>
                  <a:pt x="5441009" y="0"/>
                </a:lnTo>
                <a:lnTo>
                  <a:pt x="12192000" y="0"/>
                </a:lnTo>
                <a:close/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1999" y="6858000"/>
                </a:moveTo>
                <a:lnTo>
                  <a:pt x="11476382" y="6858000"/>
                </a:lnTo>
                <a:lnTo>
                  <a:pt x="12191999" y="6241089"/>
                </a:lnTo>
                <a:close/>
                <a:moveTo>
                  <a:pt x="6750991" y="6858000"/>
                </a:moveTo>
                <a:lnTo>
                  <a:pt x="0" y="6858000"/>
                </a:lnTo>
                <a:lnTo>
                  <a:pt x="0" y="6553200"/>
                </a:lnTo>
                <a:lnTo>
                  <a:pt x="2282721" y="6553200"/>
                </a:lnTo>
                <a:lnTo>
                  <a:pt x="2459211" y="6705600"/>
                </a:lnTo>
                <a:lnTo>
                  <a:pt x="6574500" y="670560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0" name="Google Shape;1240;g3f173680aaf_49_4484"/>
          <p:cNvSpPr/>
          <p:nvPr/>
        </p:nvSpPr>
        <p:spPr>
          <a:xfrm rot="10800000">
            <a:off x="13" y="83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41" name="Google Shape;1241;g3f173680aaf_49_4484"/>
          <p:cNvGrpSpPr/>
          <p:nvPr/>
        </p:nvGrpSpPr>
        <p:grpSpPr>
          <a:xfrm>
            <a:off x="43967" y="30708"/>
            <a:ext cx="2152257" cy="1172534"/>
            <a:chOff x="44974" y="27296"/>
            <a:chExt cx="2869676" cy="1563379"/>
          </a:xfrm>
        </p:grpSpPr>
        <p:cxnSp>
          <p:nvCxnSpPr>
            <p:cNvPr id="1242" name="Google Shape;1242;g3f173680aaf_49_4484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243" name="Google Shape;1243;g3f173680aaf_49_4484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244" name="Google Shape;1244;g3f173680aaf_49_4484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1245" name="Google Shape;1245;g3f173680aaf_49_4484"/>
          <p:cNvSpPr/>
          <p:nvPr/>
        </p:nvSpPr>
        <p:spPr>
          <a:xfrm>
            <a:off x="8607287" y="4680817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46" name="Google Shape;1246;g3f173680aaf_49_4484"/>
          <p:cNvGrpSpPr/>
          <p:nvPr/>
        </p:nvGrpSpPr>
        <p:grpSpPr>
          <a:xfrm rot="10800000">
            <a:off x="6947777" y="3940258"/>
            <a:ext cx="2152257" cy="1172534"/>
            <a:chOff x="44974" y="27296"/>
            <a:chExt cx="2869676" cy="1563379"/>
          </a:xfrm>
        </p:grpSpPr>
        <p:cxnSp>
          <p:nvCxnSpPr>
            <p:cNvPr id="1247" name="Google Shape;1247;g3f173680aaf_49_4484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48" name="Google Shape;1248;g3f173680aaf_49_4484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49" name="Google Shape;1249;g3f173680aaf_49_4484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250" name="Google Shape;1250;g3f173680aaf_49_4484"/>
          <p:cNvSpPr/>
          <p:nvPr/>
        </p:nvSpPr>
        <p:spPr>
          <a:xfrm flipH="1">
            <a:off x="4080757" y="0"/>
            <a:ext cx="5063243" cy="228600"/>
          </a:xfrm>
          <a:custGeom>
            <a:avLst/>
            <a:gdLst/>
            <a:ahLst/>
            <a:cxnLst/>
            <a:rect l="l" t="t" r="r" b="b"/>
            <a:pathLst>
              <a:path w="6750991" h="304800" extrusionOk="0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1" name="Google Shape;1251;g3f173680aaf_49_4484"/>
          <p:cNvSpPr/>
          <p:nvPr/>
        </p:nvSpPr>
        <p:spPr>
          <a:xfrm rot="10800000" flipH="1">
            <a:off x="0" y="4914900"/>
            <a:ext cx="5063243" cy="228600"/>
          </a:xfrm>
          <a:custGeom>
            <a:avLst/>
            <a:gdLst/>
            <a:ahLst/>
            <a:cxnLst/>
            <a:rect l="l" t="t" r="r" b="b"/>
            <a:pathLst>
              <a:path w="6750991" h="304800" extrusionOk="0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2" name="Google Shape;1252;g3f173680aaf_49_4484" descr="A picture containing clipart, vector graphic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9479" y="271978"/>
            <a:ext cx="408216" cy="337660"/>
          </a:xfrm>
          <a:prstGeom prst="rect">
            <a:avLst/>
          </a:prstGeom>
          <a:noFill/>
          <a:ln>
            <a:noFill/>
          </a:ln>
        </p:spPr>
      </p:pic>
      <p:sp>
        <p:nvSpPr>
          <p:cNvPr id="1253" name="Google Shape;1253;g3f173680aaf_49_4484"/>
          <p:cNvSpPr txBox="1"/>
          <p:nvPr/>
        </p:nvSpPr>
        <p:spPr>
          <a:xfrm>
            <a:off x="717700" y="244600"/>
            <a:ext cx="41631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rPr>
              <a:t>ĐẠI HỌC QUỐC GIA TP. HỒ CHÍ MINH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rPr>
              <a:t>TRƯỜNG ĐẠI HỌC CÔNG NGHỆ THÔNG TIN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4" name="Google Shape;1254;g3f173680aaf_49_4484"/>
          <p:cNvSpPr/>
          <p:nvPr/>
        </p:nvSpPr>
        <p:spPr>
          <a:xfrm>
            <a:off x="79377" y="4953218"/>
            <a:ext cx="175500" cy="175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5" name="Google Shape;1255;g3f173680aaf_49_4484"/>
          <p:cNvSpPr txBox="1">
            <a:spLocks noGrp="1"/>
          </p:cNvSpPr>
          <p:nvPr>
            <p:ph type="sldNum" idx="12"/>
          </p:nvPr>
        </p:nvSpPr>
        <p:spPr>
          <a:xfrm>
            <a:off x="56703" y="4940664"/>
            <a:ext cx="218700" cy="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56" name="Google Shape;1256;g3f173680aaf_49_4484"/>
          <p:cNvSpPr txBox="1">
            <a:spLocks noGrp="1"/>
          </p:cNvSpPr>
          <p:nvPr>
            <p:ph type="body" idx="1"/>
          </p:nvPr>
        </p:nvSpPr>
        <p:spPr>
          <a:xfrm>
            <a:off x="1388105" y="1656119"/>
            <a:ext cx="6367800" cy="5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46"/>
              </a:buClr>
              <a:buSzPts val="3300"/>
              <a:buNone/>
              <a:defRPr sz="3300" b="1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57" name="Google Shape;1257;g3f173680aaf_49_4484"/>
          <p:cNvSpPr txBox="1">
            <a:spLocks noGrp="1"/>
          </p:cNvSpPr>
          <p:nvPr>
            <p:ph type="body" idx="2"/>
          </p:nvPr>
        </p:nvSpPr>
        <p:spPr>
          <a:xfrm>
            <a:off x="657743" y="2279591"/>
            <a:ext cx="7828500" cy="3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46"/>
              </a:buClr>
              <a:buSzPts val="2100"/>
              <a:buNone/>
              <a:defRPr sz="2100" b="1">
                <a:solidFill>
                  <a:srgbClr val="00004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58" name="Google Shape;1258;g3f173680aaf_49_4484"/>
          <p:cNvSpPr txBox="1">
            <a:spLocks noGrp="1"/>
          </p:cNvSpPr>
          <p:nvPr>
            <p:ph type="body" idx="3"/>
          </p:nvPr>
        </p:nvSpPr>
        <p:spPr>
          <a:xfrm>
            <a:off x="3510728" y="3722286"/>
            <a:ext cx="2122800" cy="258900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6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 b="1" i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59" name="Google Shape;1259;g3f173680aaf_49_4484"/>
          <p:cNvSpPr txBox="1">
            <a:spLocks noGrp="1"/>
          </p:cNvSpPr>
          <p:nvPr>
            <p:ph type="body" idx="4"/>
          </p:nvPr>
        </p:nvSpPr>
        <p:spPr>
          <a:xfrm>
            <a:off x="1388105" y="2723108"/>
            <a:ext cx="6367800" cy="4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A5A5A5"/>
              </a:buClr>
              <a:buSzPts val="900"/>
              <a:buNone/>
              <a:defRPr sz="900">
                <a:solidFill>
                  <a:srgbClr val="A5A5A5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60" name="Google Shape;1260;g3f173680aaf_49_4484"/>
          <p:cNvSpPr txBox="1">
            <a:spLocks noGrp="1"/>
          </p:cNvSpPr>
          <p:nvPr>
            <p:ph type="dt" idx="10"/>
          </p:nvPr>
        </p:nvSpPr>
        <p:spPr>
          <a:xfrm>
            <a:off x="5075855" y="4857749"/>
            <a:ext cx="1872000" cy="1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61" name="Google Shape;1261;g3f173680aaf_49_4484"/>
          <p:cNvSpPr/>
          <p:nvPr/>
        </p:nvSpPr>
        <p:spPr>
          <a:xfrm rot="10800000">
            <a:off x="-1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12192000" y="304800"/>
                </a:moveTo>
                <a:lnTo>
                  <a:pt x="9909279" y="304800"/>
                </a:lnTo>
                <a:lnTo>
                  <a:pt x="9732789" y="152400"/>
                </a:lnTo>
                <a:lnTo>
                  <a:pt x="5617499" y="152400"/>
                </a:lnTo>
                <a:lnTo>
                  <a:pt x="5441009" y="0"/>
                </a:lnTo>
                <a:lnTo>
                  <a:pt x="12192000" y="0"/>
                </a:lnTo>
                <a:close/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1999" y="6858000"/>
                </a:moveTo>
                <a:lnTo>
                  <a:pt x="11476382" y="6858000"/>
                </a:lnTo>
                <a:lnTo>
                  <a:pt x="12191999" y="6241089"/>
                </a:lnTo>
                <a:close/>
                <a:moveTo>
                  <a:pt x="6750991" y="6858000"/>
                </a:moveTo>
                <a:lnTo>
                  <a:pt x="0" y="6858000"/>
                </a:lnTo>
                <a:lnTo>
                  <a:pt x="0" y="6553200"/>
                </a:lnTo>
                <a:lnTo>
                  <a:pt x="2282721" y="6553200"/>
                </a:lnTo>
                <a:lnTo>
                  <a:pt x="2459211" y="6705600"/>
                </a:lnTo>
                <a:lnTo>
                  <a:pt x="6574500" y="670560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2" name="Google Shape;1262;g3f173680aaf_49_4484"/>
          <p:cNvSpPr/>
          <p:nvPr/>
        </p:nvSpPr>
        <p:spPr>
          <a:xfrm rot="10800000">
            <a:off x="13" y="83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63" name="Google Shape;1263;g3f173680aaf_49_4484"/>
          <p:cNvGrpSpPr/>
          <p:nvPr/>
        </p:nvGrpSpPr>
        <p:grpSpPr>
          <a:xfrm>
            <a:off x="43967" y="30708"/>
            <a:ext cx="2152257" cy="1172534"/>
            <a:chOff x="44974" y="27296"/>
            <a:chExt cx="2869676" cy="1563379"/>
          </a:xfrm>
        </p:grpSpPr>
        <p:cxnSp>
          <p:nvCxnSpPr>
            <p:cNvPr id="1264" name="Google Shape;1264;g3f173680aaf_49_4484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265" name="Google Shape;1265;g3f173680aaf_49_4484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266" name="Google Shape;1266;g3f173680aaf_49_4484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1267" name="Google Shape;1267;g3f173680aaf_49_4484"/>
          <p:cNvSpPr/>
          <p:nvPr/>
        </p:nvSpPr>
        <p:spPr>
          <a:xfrm>
            <a:off x="8607287" y="4680817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68" name="Google Shape;1268;g3f173680aaf_49_4484"/>
          <p:cNvGrpSpPr/>
          <p:nvPr/>
        </p:nvGrpSpPr>
        <p:grpSpPr>
          <a:xfrm rot="10800000">
            <a:off x="6947777" y="3940258"/>
            <a:ext cx="2152257" cy="1172534"/>
            <a:chOff x="44974" y="27296"/>
            <a:chExt cx="2869676" cy="1563379"/>
          </a:xfrm>
        </p:grpSpPr>
        <p:cxnSp>
          <p:nvCxnSpPr>
            <p:cNvPr id="1269" name="Google Shape;1269;g3f173680aaf_49_4484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70" name="Google Shape;1270;g3f173680aaf_49_4484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71" name="Google Shape;1271;g3f173680aaf_49_4484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272" name="Google Shape;1272;g3f173680aaf_49_4484"/>
          <p:cNvSpPr/>
          <p:nvPr/>
        </p:nvSpPr>
        <p:spPr>
          <a:xfrm flipH="1">
            <a:off x="4080757" y="0"/>
            <a:ext cx="5063243" cy="228600"/>
          </a:xfrm>
          <a:custGeom>
            <a:avLst/>
            <a:gdLst/>
            <a:ahLst/>
            <a:cxnLst/>
            <a:rect l="l" t="t" r="r" b="b"/>
            <a:pathLst>
              <a:path w="6750991" h="304800" extrusionOk="0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3" name="Google Shape;1273;g3f173680aaf_49_4484"/>
          <p:cNvSpPr/>
          <p:nvPr/>
        </p:nvSpPr>
        <p:spPr>
          <a:xfrm rot="10800000" flipH="1">
            <a:off x="0" y="4914900"/>
            <a:ext cx="5063243" cy="228600"/>
          </a:xfrm>
          <a:custGeom>
            <a:avLst/>
            <a:gdLst/>
            <a:ahLst/>
            <a:cxnLst/>
            <a:rect l="l" t="t" r="r" b="b"/>
            <a:pathLst>
              <a:path w="6750991" h="304800" extrusionOk="0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74" name="Google Shape;1274;g3f173680aaf_49_4484" descr="A picture containing clipart, vector graphic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9479" y="271978"/>
            <a:ext cx="408216" cy="337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ục lục">
  <p:cSld name="Mục lục">
    <p:spTree>
      <p:nvGrpSpPr>
        <p:cNvPr id="1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g3f173680aaf_49_4522"/>
          <p:cNvSpPr/>
          <p:nvPr/>
        </p:nvSpPr>
        <p:spPr>
          <a:xfrm>
            <a:off x="8607287" y="4680817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77" name="Google Shape;1277;g3f173680aaf_49_4522"/>
          <p:cNvGrpSpPr/>
          <p:nvPr/>
        </p:nvGrpSpPr>
        <p:grpSpPr>
          <a:xfrm rot="10800000">
            <a:off x="6947777" y="4447903"/>
            <a:ext cx="2152257" cy="664889"/>
            <a:chOff x="44974" y="27296"/>
            <a:chExt cx="2869676" cy="886519"/>
          </a:xfrm>
        </p:grpSpPr>
        <p:cxnSp>
          <p:nvCxnSpPr>
            <p:cNvPr id="1278" name="Google Shape;1278;g3f173680aaf_49_4522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79" name="Google Shape;1279;g3f173680aaf_49_4522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80" name="Google Shape;1280;g3f173680aaf_49_4522"/>
            <p:cNvCxnSpPr/>
            <p:nvPr/>
          </p:nvCxnSpPr>
          <p:spPr>
            <a:xfrm rot="10800000">
              <a:off x="52214" y="654015"/>
              <a:ext cx="0" cy="25980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281" name="Google Shape;1281;g3f173680aaf_49_4522"/>
          <p:cNvSpPr txBox="1">
            <a:spLocks noGrp="1"/>
          </p:cNvSpPr>
          <p:nvPr>
            <p:ph type="ftr" idx="11"/>
          </p:nvPr>
        </p:nvSpPr>
        <p:spPr>
          <a:xfrm>
            <a:off x="2599082" y="4849586"/>
            <a:ext cx="3945900" cy="1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grpSp>
        <p:nvGrpSpPr>
          <p:cNvPr id="1282" name="Google Shape;1282;g3f173680aaf_49_4522"/>
          <p:cNvGrpSpPr/>
          <p:nvPr/>
        </p:nvGrpSpPr>
        <p:grpSpPr>
          <a:xfrm>
            <a:off x="-944916" y="841043"/>
            <a:ext cx="3631000" cy="3790500"/>
            <a:chOff x="-1259888" y="901609"/>
            <a:chExt cx="4841333" cy="5054000"/>
          </a:xfrm>
        </p:grpSpPr>
        <p:grpSp>
          <p:nvGrpSpPr>
            <p:cNvPr id="1283" name="Google Shape;1283;g3f173680aaf_49_4522"/>
            <p:cNvGrpSpPr/>
            <p:nvPr/>
          </p:nvGrpSpPr>
          <p:grpSpPr>
            <a:xfrm>
              <a:off x="-1225468" y="901609"/>
              <a:ext cx="4806913" cy="664514"/>
              <a:chOff x="0" y="901609"/>
              <a:chExt cx="4806913" cy="664514"/>
            </a:xfrm>
          </p:grpSpPr>
          <p:cxnSp>
            <p:nvCxnSpPr>
              <p:cNvPr id="1284" name="Google Shape;1284;g3f173680aaf_49_4522"/>
              <p:cNvCxnSpPr/>
              <p:nvPr/>
            </p:nvCxnSpPr>
            <p:spPr>
              <a:xfrm>
                <a:off x="0" y="1566123"/>
                <a:ext cx="2533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85" name="Google Shape;1285;g3f173680aaf_49_4522"/>
              <p:cNvCxnSpPr/>
              <p:nvPr/>
            </p:nvCxnSpPr>
            <p:spPr>
              <a:xfrm rot="10800000" flipH="1">
                <a:off x="2520285" y="1060023"/>
                <a:ext cx="591300" cy="5061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86" name="Google Shape;1286;g3f173680aaf_49_4522"/>
              <p:cNvCxnSpPr/>
              <p:nvPr/>
            </p:nvCxnSpPr>
            <p:spPr>
              <a:xfrm>
                <a:off x="3111690" y="1059987"/>
                <a:ext cx="13785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287" name="Google Shape;1287;g3f173680aaf_49_4522"/>
              <p:cNvSpPr/>
              <p:nvPr/>
            </p:nvSpPr>
            <p:spPr>
              <a:xfrm>
                <a:off x="4490113" y="901609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88" name="Google Shape;1288;g3f173680aaf_49_4522"/>
            <p:cNvGrpSpPr/>
            <p:nvPr/>
          </p:nvGrpSpPr>
          <p:grpSpPr>
            <a:xfrm rot="10800000" flipH="1">
              <a:off x="-1225468" y="5291095"/>
              <a:ext cx="4806913" cy="664514"/>
              <a:chOff x="0" y="1232525"/>
              <a:chExt cx="4806913" cy="664514"/>
            </a:xfrm>
          </p:grpSpPr>
          <p:cxnSp>
            <p:nvCxnSpPr>
              <p:cNvPr id="1289" name="Google Shape;1289;g3f173680aaf_49_4522"/>
              <p:cNvCxnSpPr/>
              <p:nvPr/>
            </p:nvCxnSpPr>
            <p:spPr>
              <a:xfrm>
                <a:off x="0" y="1897039"/>
                <a:ext cx="2533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90" name="Google Shape;1290;g3f173680aaf_49_4522"/>
              <p:cNvCxnSpPr/>
              <p:nvPr/>
            </p:nvCxnSpPr>
            <p:spPr>
              <a:xfrm rot="10800000" flipH="1">
                <a:off x="2520285" y="1390939"/>
                <a:ext cx="591300" cy="5061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91" name="Google Shape;1291;g3f173680aaf_49_4522"/>
              <p:cNvCxnSpPr/>
              <p:nvPr/>
            </p:nvCxnSpPr>
            <p:spPr>
              <a:xfrm>
                <a:off x="3111690" y="1390903"/>
                <a:ext cx="13785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292" name="Google Shape;1292;g3f173680aaf_49_4522"/>
              <p:cNvSpPr/>
              <p:nvPr/>
            </p:nvSpPr>
            <p:spPr>
              <a:xfrm>
                <a:off x="4490113" y="1232525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93" name="Google Shape;1293;g3f173680aaf_49_4522"/>
            <p:cNvGrpSpPr/>
            <p:nvPr/>
          </p:nvGrpSpPr>
          <p:grpSpPr>
            <a:xfrm>
              <a:off x="-1225469" y="1860637"/>
              <a:ext cx="3835366" cy="547270"/>
              <a:chOff x="-1" y="1860637"/>
              <a:chExt cx="3835366" cy="547270"/>
            </a:xfrm>
          </p:grpSpPr>
          <p:sp>
            <p:nvSpPr>
              <p:cNvPr id="1294" name="Google Shape;1294;g3f173680aaf_49_4522"/>
              <p:cNvSpPr/>
              <p:nvPr/>
            </p:nvSpPr>
            <p:spPr>
              <a:xfrm>
                <a:off x="3518565" y="1860637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295" name="Google Shape;1295;g3f173680aaf_49_4522"/>
              <p:cNvCxnSpPr/>
              <p:nvPr/>
            </p:nvCxnSpPr>
            <p:spPr>
              <a:xfrm>
                <a:off x="-1" y="2407907"/>
                <a:ext cx="19857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96" name="Google Shape;1296;g3f173680aaf_49_4522"/>
              <p:cNvCxnSpPr/>
              <p:nvPr/>
            </p:nvCxnSpPr>
            <p:spPr>
              <a:xfrm rot="10800000" flipH="1">
                <a:off x="1974958" y="2019107"/>
                <a:ext cx="463500" cy="388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97" name="Google Shape;1297;g3f173680aaf_49_4522"/>
              <p:cNvCxnSpPr/>
              <p:nvPr/>
            </p:nvCxnSpPr>
            <p:spPr>
              <a:xfrm>
                <a:off x="2438398" y="2019015"/>
                <a:ext cx="10803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1298" name="Google Shape;1298;g3f173680aaf_49_4522"/>
            <p:cNvGrpSpPr/>
            <p:nvPr/>
          </p:nvGrpSpPr>
          <p:grpSpPr>
            <a:xfrm rot="10800000" flipH="1">
              <a:off x="-1259888" y="4408929"/>
              <a:ext cx="3835366" cy="547270"/>
              <a:chOff x="-1" y="1860637"/>
              <a:chExt cx="3835366" cy="547270"/>
            </a:xfrm>
          </p:grpSpPr>
          <p:sp>
            <p:nvSpPr>
              <p:cNvPr id="1299" name="Google Shape;1299;g3f173680aaf_49_4522"/>
              <p:cNvSpPr/>
              <p:nvPr/>
            </p:nvSpPr>
            <p:spPr>
              <a:xfrm>
                <a:off x="3518565" y="1860637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300" name="Google Shape;1300;g3f173680aaf_49_4522"/>
              <p:cNvCxnSpPr/>
              <p:nvPr/>
            </p:nvCxnSpPr>
            <p:spPr>
              <a:xfrm>
                <a:off x="-1" y="2407907"/>
                <a:ext cx="19857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01" name="Google Shape;1301;g3f173680aaf_49_4522"/>
              <p:cNvCxnSpPr/>
              <p:nvPr/>
            </p:nvCxnSpPr>
            <p:spPr>
              <a:xfrm rot="10800000" flipH="1">
                <a:off x="1974958" y="2019107"/>
                <a:ext cx="463500" cy="388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02" name="Google Shape;1302;g3f173680aaf_49_4522"/>
              <p:cNvCxnSpPr/>
              <p:nvPr/>
            </p:nvCxnSpPr>
            <p:spPr>
              <a:xfrm>
                <a:off x="2438398" y="2019015"/>
                <a:ext cx="10803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1303" name="Google Shape;1303;g3f173680aaf_49_4522"/>
            <p:cNvGrpSpPr/>
            <p:nvPr/>
          </p:nvGrpSpPr>
          <p:grpSpPr>
            <a:xfrm>
              <a:off x="-1252333" y="2715185"/>
              <a:ext cx="2776566" cy="436736"/>
              <a:chOff x="-26865" y="2715185"/>
              <a:chExt cx="2776566" cy="436736"/>
            </a:xfrm>
          </p:grpSpPr>
          <p:cxnSp>
            <p:nvCxnSpPr>
              <p:cNvPr id="1304" name="Google Shape;1304;g3f173680aaf_49_4522"/>
              <p:cNvCxnSpPr/>
              <p:nvPr/>
            </p:nvCxnSpPr>
            <p:spPr>
              <a:xfrm>
                <a:off x="-26865" y="3151921"/>
                <a:ext cx="1402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05" name="Google Shape;1305;g3f173680aaf_49_4522"/>
              <p:cNvCxnSpPr/>
              <p:nvPr/>
            </p:nvCxnSpPr>
            <p:spPr>
              <a:xfrm rot="10800000" flipH="1">
                <a:off x="1368303" y="2877121"/>
                <a:ext cx="327300" cy="274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06" name="Google Shape;1306;g3f173680aaf_49_4522"/>
              <p:cNvCxnSpPr/>
              <p:nvPr/>
            </p:nvCxnSpPr>
            <p:spPr>
              <a:xfrm>
                <a:off x="1695690" y="2877197"/>
                <a:ext cx="7632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307" name="Google Shape;1307;g3f173680aaf_49_4522"/>
              <p:cNvSpPr/>
              <p:nvPr/>
            </p:nvSpPr>
            <p:spPr>
              <a:xfrm>
                <a:off x="2432901" y="2715185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08" name="Google Shape;1308;g3f173680aaf_49_4522"/>
            <p:cNvGrpSpPr/>
            <p:nvPr/>
          </p:nvGrpSpPr>
          <p:grpSpPr>
            <a:xfrm>
              <a:off x="-1225468" y="3843225"/>
              <a:ext cx="2802416" cy="433146"/>
              <a:chOff x="-34420" y="3843718"/>
              <a:chExt cx="2802416" cy="433146"/>
            </a:xfrm>
          </p:grpSpPr>
          <p:cxnSp>
            <p:nvCxnSpPr>
              <p:cNvPr id="1309" name="Google Shape;1309;g3f173680aaf_49_4522"/>
              <p:cNvCxnSpPr/>
              <p:nvPr/>
            </p:nvCxnSpPr>
            <p:spPr>
              <a:xfrm>
                <a:off x="-34420" y="3843718"/>
                <a:ext cx="1402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10" name="Google Shape;1310;g3f173680aaf_49_4522"/>
              <p:cNvCxnSpPr/>
              <p:nvPr/>
            </p:nvCxnSpPr>
            <p:spPr>
              <a:xfrm>
                <a:off x="1360748" y="3843718"/>
                <a:ext cx="327300" cy="274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11" name="Google Shape;1311;g3f173680aaf_49_4522"/>
              <p:cNvCxnSpPr/>
              <p:nvPr/>
            </p:nvCxnSpPr>
            <p:spPr>
              <a:xfrm>
                <a:off x="1688135" y="4118442"/>
                <a:ext cx="7632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312" name="Google Shape;1312;g3f173680aaf_49_4522"/>
              <p:cNvSpPr/>
              <p:nvPr/>
            </p:nvSpPr>
            <p:spPr>
              <a:xfrm>
                <a:off x="2451196" y="3960064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13" name="Google Shape;1313;g3f173680aaf_49_4522"/>
          <p:cNvGrpSpPr/>
          <p:nvPr/>
        </p:nvGrpSpPr>
        <p:grpSpPr>
          <a:xfrm flipH="1">
            <a:off x="6455699" y="841043"/>
            <a:ext cx="3631000" cy="3790500"/>
            <a:chOff x="-1259888" y="901609"/>
            <a:chExt cx="4841333" cy="5054000"/>
          </a:xfrm>
        </p:grpSpPr>
        <p:grpSp>
          <p:nvGrpSpPr>
            <p:cNvPr id="1314" name="Google Shape;1314;g3f173680aaf_49_4522"/>
            <p:cNvGrpSpPr/>
            <p:nvPr/>
          </p:nvGrpSpPr>
          <p:grpSpPr>
            <a:xfrm>
              <a:off x="-1225468" y="901609"/>
              <a:ext cx="4806913" cy="664514"/>
              <a:chOff x="0" y="901609"/>
              <a:chExt cx="4806913" cy="664514"/>
            </a:xfrm>
          </p:grpSpPr>
          <p:cxnSp>
            <p:nvCxnSpPr>
              <p:cNvPr id="1315" name="Google Shape;1315;g3f173680aaf_49_4522"/>
              <p:cNvCxnSpPr/>
              <p:nvPr/>
            </p:nvCxnSpPr>
            <p:spPr>
              <a:xfrm>
                <a:off x="0" y="1566123"/>
                <a:ext cx="2533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16" name="Google Shape;1316;g3f173680aaf_49_4522"/>
              <p:cNvCxnSpPr/>
              <p:nvPr/>
            </p:nvCxnSpPr>
            <p:spPr>
              <a:xfrm rot="10800000" flipH="1">
                <a:off x="2520285" y="1060023"/>
                <a:ext cx="591300" cy="5061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17" name="Google Shape;1317;g3f173680aaf_49_4522"/>
              <p:cNvCxnSpPr/>
              <p:nvPr/>
            </p:nvCxnSpPr>
            <p:spPr>
              <a:xfrm>
                <a:off x="3111690" y="1059987"/>
                <a:ext cx="13785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318" name="Google Shape;1318;g3f173680aaf_49_4522"/>
              <p:cNvSpPr/>
              <p:nvPr/>
            </p:nvSpPr>
            <p:spPr>
              <a:xfrm>
                <a:off x="4490113" y="901609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19" name="Google Shape;1319;g3f173680aaf_49_4522"/>
            <p:cNvGrpSpPr/>
            <p:nvPr/>
          </p:nvGrpSpPr>
          <p:grpSpPr>
            <a:xfrm rot="10800000" flipH="1">
              <a:off x="-1225468" y="5291095"/>
              <a:ext cx="4806913" cy="664514"/>
              <a:chOff x="0" y="1232525"/>
              <a:chExt cx="4806913" cy="664514"/>
            </a:xfrm>
          </p:grpSpPr>
          <p:cxnSp>
            <p:nvCxnSpPr>
              <p:cNvPr id="1320" name="Google Shape;1320;g3f173680aaf_49_4522"/>
              <p:cNvCxnSpPr/>
              <p:nvPr/>
            </p:nvCxnSpPr>
            <p:spPr>
              <a:xfrm>
                <a:off x="0" y="1897039"/>
                <a:ext cx="2533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21" name="Google Shape;1321;g3f173680aaf_49_4522"/>
              <p:cNvCxnSpPr/>
              <p:nvPr/>
            </p:nvCxnSpPr>
            <p:spPr>
              <a:xfrm rot="10800000" flipH="1">
                <a:off x="2520285" y="1390939"/>
                <a:ext cx="591300" cy="5061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22" name="Google Shape;1322;g3f173680aaf_49_4522"/>
              <p:cNvCxnSpPr/>
              <p:nvPr/>
            </p:nvCxnSpPr>
            <p:spPr>
              <a:xfrm>
                <a:off x="3111690" y="1390903"/>
                <a:ext cx="13785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323" name="Google Shape;1323;g3f173680aaf_49_4522"/>
              <p:cNvSpPr/>
              <p:nvPr/>
            </p:nvSpPr>
            <p:spPr>
              <a:xfrm>
                <a:off x="4490113" y="1232525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24" name="Google Shape;1324;g3f173680aaf_49_4522"/>
            <p:cNvGrpSpPr/>
            <p:nvPr/>
          </p:nvGrpSpPr>
          <p:grpSpPr>
            <a:xfrm>
              <a:off x="-1225469" y="1860637"/>
              <a:ext cx="3835366" cy="547270"/>
              <a:chOff x="-1" y="1860637"/>
              <a:chExt cx="3835366" cy="547270"/>
            </a:xfrm>
          </p:grpSpPr>
          <p:sp>
            <p:nvSpPr>
              <p:cNvPr id="1325" name="Google Shape;1325;g3f173680aaf_49_4522"/>
              <p:cNvSpPr/>
              <p:nvPr/>
            </p:nvSpPr>
            <p:spPr>
              <a:xfrm>
                <a:off x="3518565" y="1860637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326" name="Google Shape;1326;g3f173680aaf_49_4522"/>
              <p:cNvCxnSpPr/>
              <p:nvPr/>
            </p:nvCxnSpPr>
            <p:spPr>
              <a:xfrm>
                <a:off x="-1" y="2407907"/>
                <a:ext cx="19857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27" name="Google Shape;1327;g3f173680aaf_49_4522"/>
              <p:cNvCxnSpPr/>
              <p:nvPr/>
            </p:nvCxnSpPr>
            <p:spPr>
              <a:xfrm rot="10800000" flipH="1">
                <a:off x="1974958" y="2019107"/>
                <a:ext cx="463500" cy="388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28" name="Google Shape;1328;g3f173680aaf_49_4522"/>
              <p:cNvCxnSpPr/>
              <p:nvPr/>
            </p:nvCxnSpPr>
            <p:spPr>
              <a:xfrm>
                <a:off x="2438398" y="2019015"/>
                <a:ext cx="10803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1329" name="Google Shape;1329;g3f173680aaf_49_4522"/>
            <p:cNvGrpSpPr/>
            <p:nvPr/>
          </p:nvGrpSpPr>
          <p:grpSpPr>
            <a:xfrm rot="10800000" flipH="1">
              <a:off x="-1259888" y="4408929"/>
              <a:ext cx="3835366" cy="547270"/>
              <a:chOff x="-1" y="1860637"/>
              <a:chExt cx="3835366" cy="547270"/>
            </a:xfrm>
          </p:grpSpPr>
          <p:sp>
            <p:nvSpPr>
              <p:cNvPr id="1330" name="Google Shape;1330;g3f173680aaf_49_4522"/>
              <p:cNvSpPr/>
              <p:nvPr/>
            </p:nvSpPr>
            <p:spPr>
              <a:xfrm>
                <a:off x="3518565" y="1860637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331" name="Google Shape;1331;g3f173680aaf_49_4522"/>
              <p:cNvCxnSpPr/>
              <p:nvPr/>
            </p:nvCxnSpPr>
            <p:spPr>
              <a:xfrm>
                <a:off x="-1" y="2407907"/>
                <a:ext cx="19857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32" name="Google Shape;1332;g3f173680aaf_49_4522"/>
              <p:cNvCxnSpPr/>
              <p:nvPr/>
            </p:nvCxnSpPr>
            <p:spPr>
              <a:xfrm rot="10800000" flipH="1">
                <a:off x="1974958" y="2019107"/>
                <a:ext cx="463500" cy="388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33" name="Google Shape;1333;g3f173680aaf_49_4522"/>
              <p:cNvCxnSpPr/>
              <p:nvPr/>
            </p:nvCxnSpPr>
            <p:spPr>
              <a:xfrm>
                <a:off x="2438398" y="2019015"/>
                <a:ext cx="10803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1334" name="Google Shape;1334;g3f173680aaf_49_4522"/>
            <p:cNvGrpSpPr/>
            <p:nvPr/>
          </p:nvGrpSpPr>
          <p:grpSpPr>
            <a:xfrm>
              <a:off x="-1252333" y="2715185"/>
              <a:ext cx="2776566" cy="436736"/>
              <a:chOff x="-26865" y="2715185"/>
              <a:chExt cx="2776566" cy="436736"/>
            </a:xfrm>
          </p:grpSpPr>
          <p:cxnSp>
            <p:nvCxnSpPr>
              <p:cNvPr id="1335" name="Google Shape;1335;g3f173680aaf_49_4522"/>
              <p:cNvCxnSpPr/>
              <p:nvPr/>
            </p:nvCxnSpPr>
            <p:spPr>
              <a:xfrm>
                <a:off x="-26865" y="3151921"/>
                <a:ext cx="1402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36" name="Google Shape;1336;g3f173680aaf_49_4522"/>
              <p:cNvCxnSpPr/>
              <p:nvPr/>
            </p:nvCxnSpPr>
            <p:spPr>
              <a:xfrm rot="10800000" flipH="1">
                <a:off x="1368303" y="2877121"/>
                <a:ext cx="327300" cy="274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37" name="Google Shape;1337;g3f173680aaf_49_4522"/>
              <p:cNvCxnSpPr/>
              <p:nvPr/>
            </p:nvCxnSpPr>
            <p:spPr>
              <a:xfrm>
                <a:off x="1695690" y="2877197"/>
                <a:ext cx="7632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338" name="Google Shape;1338;g3f173680aaf_49_4522"/>
              <p:cNvSpPr/>
              <p:nvPr/>
            </p:nvSpPr>
            <p:spPr>
              <a:xfrm>
                <a:off x="2432901" y="2715185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39" name="Google Shape;1339;g3f173680aaf_49_4522"/>
            <p:cNvGrpSpPr/>
            <p:nvPr/>
          </p:nvGrpSpPr>
          <p:grpSpPr>
            <a:xfrm>
              <a:off x="-1225468" y="3843225"/>
              <a:ext cx="2802416" cy="433146"/>
              <a:chOff x="-34420" y="3843718"/>
              <a:chExt cx="2802416" cy="433146"/>
            </a:xfrm>
          </p:grpSpPr>
          <p:cxnSp>
            <p:nvCxnSpPr>
              <p:cNvPr id="1340" name="Google Shape;1340;g3f173680aaf_49_4522"/>
              <p:cNvCxnSpPr/>
              <p:nvPr/>
            </p:nvCxnSpPr>
            <p:spPr>
              <a:xfrm>
                <a:off x="-34420" y="3843718"/>
                <a:ext cx="1402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41" name="Google Shape;1341;g3f173680aaf_49_4522"/>
              <p:cNvCxnSpPr/>
              <p:nvPr/>
            </p:nvCxnSpPr>
            <p:spPr>
              <a:xfrm>
                <a:off x="1360748" y="3843718"/>
                <a:ext cx="327300" cy="274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42" name="Google Shape;1342;g3f173680aaf_49_4522"/>
              <p:cNvCxnSpPr/>
              <p:nvPr/>
            </p:nvCxnSpPr>
            <p:spPr>
              <a:xfrm>
                <a:off x="1688135" y="4118442"/>
                <a:ext cx="7632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343" name="Google Shape;1343;g3f173680aaf_49_4522"/>
              <p:cNvSpPr/>
              <p:nvPr/>
            </p:nvSpPr>
            <p:spPr>
              <a:xfrm>
                <a:off x="2451196" y="3960064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344" name="Google Shape;1344;g3f173680aaf_49_4522"/>
          <p:cNvSpPr/>
          <p:nvPr/>
        </p:nvSpPr>
        <p:spPr>
          <a:xfrm>
            <a:off x="8943443" y="4937355"/>
            <a:ext cx="175500" cy="175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5" name="Google Shape;1345;g3f173680aaf_49_4522"/>
          <p:cNvSpPr txBox="1">
            <a:spLocks noGrp="1"/>
          </p:cNvSpPr>
          <p:nvPr>
            <p:ph type="sldNum" idx="12"/>
          </p:nvPr>
        </p:nvSpPr>
        <p:spPr>
          <a:xfrm>
            <a:off x="8925300" y="4924800"/>
            <a:ext cx="218700" cy="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46" name="Google Shape;1346;g3f173680aaf_49_4522"/>
          <p:cNvSpPr txBox="1"/>
          <p:nvPr/>
        </p:nvSpPr>
        <p:spPr>
          <a:xfrm>
            <a:off x="3526973" y="480061"/>
            <a:ext cx="2271600" cy="484800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68575" tIns="34275" rIns="68575" bIns="3427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MỤC TIÊU</a:t>
            </a:r>
            <a:endParaRPr sz="2700" b="1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7" name="Google Shape;1347;g3f173680aaf_49_4522"/>
          <p:cNvSpPr txBox="1">
            <a:spLocks noGrp="1"/>
          </p:cNvSpPr>
          <p:nvPr>
            <p:ph type="body" idx="1"/>
          </p:nvPr>
        </p:nvSpPr>
        <p:spPr>
          <a:xfrm>
            <a:off x="2051358" y="964760"/>
            <a:ext cx="5041500" cy="35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33655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AutoNum type="arabicPeriod"/>
              <a:defRPr sz="170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348" name="Google Shape;1348;g3f173680aaf_49_4522"/>
          <p:cNvSpPr/>
          <p:nvPr/>
        </p:nvSpPr>
        <p:spPr>
          <a:xfrm rot="10800000">
            <a:off x="13" y="83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49" name="Google Shape;1349;g3f173680aaf_49_4522"/>
          <p:cNvGrpSpPr/>
          <p:nvPr/>
        </p:nvGrpSpPr>
        <p:grpSpPr>
          <a:xfrm>
            <a:off x="43967" y="30708"/>
            <a:ext cx="2152257" cy="664889"/>
            <a:chOff x="44974" y="27296"/>
            <a:chExt cx="2869676" cy="886519"/>
          </a:xfrm>
        </p:grpSpPr>
        <p:cxnSp>
          <p:nvCxnSpPr>
            <p:cNvPr id="1350" name="Google Shape;1350;g3f173680aaf_49_4522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351" name="Google Shape;1351;g3f173680aaf_49_4522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352" name="Google Shape;1352;g3f173680aaf_49_4522"/>
            <p:cNvCxnSpPr/>
            <p:nvPr/>
          </p:nvCxnSpPr>
          <p:spPr>
            <a:xfrm rot="10800000">
              <a:off x="52214" y="654015"/>
              <a:ext cx="0" cy="2598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pic>
        <p:nvPicPr>
          <p:cNvPr id="1353" name="Google Shape;1353;g3f173680aaf_49_4522" descr="A picture containing clipart, vector graphic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9479" y="271978"/>
            <a:ext cx="408216" cy="337660"/>
          </a:xfrm>
          <a:prstGeom prst="rect">
            <a:avLst/>
          </a:prstGeom>
          <a:noFill/>
          <a:ln>
            <a:noFill/>
          </a:ln>
        </p:spPr>
      </p:pic>
      <p:sp>
        <p:nvSpPr>
          <p:cNvPr id="1354" name="Google Shape;1354;g3f173680aaf_49_4522"/>
          <p:cNvSpPr txBox="1">
            <a:spLocks noGrp="1"/>
          </p:cNvSpPr>
          <p:nvPr>
            <p:ph type="dt" idx="10"/>
          </p:nvPr>
        </p:nvSpPr>
        <p:spPr>
          <a:xfrm>
            <a:off x="597017" y="4840976"/>
            <a:ext cx="15993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Mục lục">
  <p:cSld name="2_Mục lục">
    <p:spTree>
      <p:nvGrpSpPr>
        <p:cNvPr id="1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Google Shape;1356;g3f173680aaf_49_4602"/>
          <p:cNvSpPr/>
          <p:nvPr/>
        </p:nvSpPr>
        <p:spPr>
          <a:xfrm>
            <a:off x="8607287" y="4680817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57" name="Google Shape;1357;g3f173680aaf_49_4602"/>
          <p:cNvGrpSpPr/>
          <p:nvPr/>
        </p:nvGrpSpPr>
        <p:grpSpPr>
          <a:xfrm rot="10800000">
            <a:off x="6947777" y="4447903"/>
            <a:ext cx="2152257" cy="664889"/>
            <a:chOff x="44974" y="27296"/>
            <a:chExt cx="2869676" cy="886519"/>
          </a:xfrm>
        </p:grpSpPr>
        <p:cxnSp>
          <p:nvCxnSpPr>
            <p:cNvPr id="1358" name="Google Shape;1358;g3f173680aaf_49_4602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59" name="Google Shape;1359;g3f173680aaf_49_4602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60" name="Google Shape;1360;g3f173680aaf_49_4602"/>
            <p:cNvCxnSpPr/>
            <p:nvPr/>
          </p:nvCxnSpPr>
          <p:spPr>
            <a:xfrm rot="10800000">
              <a:off x="52214" y="654015"/>
              <a:ext cx="0" cy="25980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361" name="Google Shape;1361;g3f173680aaf_49_4602"/>
          <p:cNvSpPr txBox="1">
            <a:spLocks noGrp="1"/>
          </p:cNvSpPr>
          <p:nvPr>
            <p:ph type="ftr" idx="11"/>
          </p:nvPr>
        </p:nvSpPr>
        <p:spPr>
          <a:xfrm>
            <a:off x="2599082" y="4849586"/>
            <a:ext cx="3945900" cy="1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grpSp>
        <p:nvGrpSpPr>
          <p:cNvPr id="1362" name="Google Shape;1362;g3f173680aaf_49_4602"/>
          <p:cNvGrpSpPr/>
          <p:nvPr/>
        </p:nvGrpSpPr>
        <p:grpSpPr>
          <a:xfrm>
            <a:off x="-944916" y="841043"/>
            <a:ext cx="3631000" cy="3790500"/>
            <a:chOff x="-1259888" y="901609"/>
            <a:chExt cx="4841333" cy="5054000"/>
          </a:xfrm>
        </p:grpSpPr>
        <p:grpSp>
          <p:nvGrpSpPr>
            <p:cNvPr id="1363" name="Google Shape;1363;g3f173680aaf_49_4602"/>
            <p:cNvGrpSpPr/>
            <p:nvPr/>
          </p:nvGrpSpPr>
          <p:grpSpPr>
            <a:xfrm>
              <a:off x="-1225468" y="901609"/>
              <a:ext cx="4806913" cy="664514"/>
              <a:chOff x="0" y="901609"/>
              <a:chExt cx="4806913" cy="664514"/>
            </a:xfrm>
          </p:grpSpPr>
          <p:cxnSp>
            <p:nvCxnSpPr>
              <p:cNvPr id="1364" name="Google Shape;1364;g3f173680aaf_49_4602"/>
              <p:cNvCxnSpPr/>
              <p:nvPr/>
            </p:nvCxnSpPr>
            <p:spPr>
              <a:xfrm>
                <a:off x="0" y="1566123"/>
                <a:ext cx="2533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65" name="Google Shape;1365;g3f173680aaf_49_4602"/>
              <p:cNvCxnSpPr/>
              <p:nvPr/>
            </p:nvCxnSpPr>
            <p:spPr>
              <a:xfrm rot="10800000" flipH="1">
                <a:off x="2520285" y="1060023"/>
                <a:ext cx="591300" cy="5061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66" name="Google Shape;1366;g3f173680aaf_49_4602"/>
              <p:cNvCxnSpPr/>
              <p:nvPr/>
            </p:nvCxnSpPr>
            <p:spPr>
              <a:xfrm>
                <a:off x="3111690" y="1059987"/>
                <a:ext cx="13785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367" name="Google Shape;1367;g3f173680aaf_49_4602"/>
              <p:cNvSpPr/>
              <p:nvPr/>
            </p:nvSpPr>
            <p:spPr>
              <a:xfrm>
                <a:off x="4490113" y="901609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68" name="Google Shape;1368;g3f173680aaf_49_4602"/>
            <p:cNvGrpSpPr/>
            <p:nvPr/>
          </p:nvGrpSpPr>
          <p:grpSpPr>
            <a:xfrm rot="10800000" flipH="1">
              <a:off x="-1225468" y="5291095"/>
              <a:ext cx="4806913" cy="664514"/>
              <a:chOff x="0" y="1232525"/>
              <a:chExt cx="4806913" cy="664514"/>
            </a:xfrm>
          </p:grpSpPr>
          <p:cxnSp>
            <p:nvCxnSpPr>
              <p:cNvPr id="1369" name="Google Shape;1369;g3f173680aaf_49_4602"/>
              <p:cNvCxnSpPr/>
              <p:nvPr/>
            </p:nvCxnSpPr>
            <p:spPr>
              <a:xfrm>
                <a:off x="0" y="1897039"/>
                <a:ext cx="2533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70" name="Google Shape;1370;g3f173680aaf_49_4602"/>
              <p:cNvCxnSpPr/>
              <p:nvPr/>
            </p:nvCxnSpPr>
            <p:spPr>
              <a:xfrm rot="10800000" flipH="1">
                <a:off x="2520285" y="1390939"/>
                <a:ext cx="591300" cy="5061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71" name="Google Shape;1371;g3f173680aaf_49_4602"/>
              <p:cNvCxnSpPr/>
              <p:nvPr/>
            </p:nvCxnSpPr>
            <p:spPr>
              <a:xfrm>
                <a:off x="3111690" y="1390903"/>
                <a:ext cx="13785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372" name="Google Shape;1372;g3f173680aaf_49_4602"/>
              <p:cNvSpPr/>
              <p:nvPr/>
            </p:nvSpPr>
            <p:spPr>
              <a:xfrm>
                <a:off x="4490113" y="1232525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73" name="Google Shape;1373;g3f173680aaf_49_4602"/>
            <p:cNvGrpSpPr/>
            <p:nvPr/>
          </p:nvGrpSpPr>
          <p:grpSpPr>
            <a:xfrm>
              <a:off x="-1225469" y="1860637"/>
              <a:ext cx="3835366" cy="547270"/>
              <a:chOff x="-1" y="1860637"/>
              <a:chExt cx="3835366" cy="547270"/>
            </a:xfrm>
          </p:grpSpPr>
          <p:sp>
            <p:nvSpPr>
              <p:cNvPr id="1374" name="Google Shape;1374;g3f173680aaf_49_4602"/>
              <p:cNvSpPr/>
              <p:nvPr/>
            </p:nvSpPr>
            <p:spPr>
              <a:xfrm>
                <a:off x="3518565" y="1860637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375" name="Google Shape;1375;g3f173680aaf_49_4602"/>
              <p:cNvCxnSpPr/>
              <p:nvPr/>
            </p:nvCxnSpPr>
            <p:spPr>
              <a:xfrm>
                <a:off x="-1" y="2407907"/>
                <a:ext cx="19857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76" name="Google Shape;1376;g3f173680aaf_49_4602"/>
              <p:cNvCxnSpPr/>
              <p:nvPr/>
            </p:nvCxnSpPr>
            <p:spPr>
              <a:xfrm rot="10800000" flipH="1">
                <a:off x="1974958" y="2019107"/>
                <a:ext cx="463500" cy="388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77" name="Google Shape;1377;g3f173680aaf_49_4602"/>
              <p:cNvCxnSpPr/>
              <p:nvPr/>
            </p:nvCxnSpPr>
            <p:spPr>
              <a:xfrm>
                <a:off x="2438398" y="2019015"/>
                <a:ext cx="10803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1378" name="Google Shape;1378;g3f173680aaf_49_4602"/>
            <p:cNvGrpSpPr/>
            <p:nvPr/>
          </p:nvGrpSpPr>
          <p:grpSpPr>
            <a:xfrm rot="10800000" flipH="1">
              <a:off x="-1259888" y="4408929"/>
              <a:ext cx="3835366" cy="547270"/>
              <a:chOff x="-1" y="1860637"/>
              <a:chExt cx="3835366" cy="547270"/>
            </a:xfrm>
          </p:grpSpPr>
          <p:sp>
            <p:nvSpPr>
              <p:cNvPr id="1379" name="Google Shape;1379;g3f173680aaf_49_4602"/>
              <p:cNvSpPr/>
              <p:nvPr/>
            </p:nvSpPr>
            <p:spPr>
              <a:xfrm>
                <a:off x="3518565" y="1860637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380" name="Google Shape;1380;g3f173680aaf_49_4602"/>
              <p:cNvCxnSpPr/>
              <p:nvPr/>
            </p:nvCxnSpPr>
            <p:spPr>
              <a:xfrm>
                <a:off x="-1" y="2407907"/>
                <a:ext cx="19857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81" name="Google Shape;1381;g3f173680aaf_49_4602"/>
              <p:cNvCxnSpPr/>
              <p:nvPr/>
            </p:nvCxnSpPr>
            <p:spPr>
              <a:xfrm rot="10800000" flipH="1">
                <a:off x="1974958" y="2019107"/>
                <a:ext cx="463500" cy="388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82" name="Google Shape;1382;g3f173680aaf_49_4602"/>
              <p:cNvCxnSpPr/>
              <p:nvPr/>
            </p:nvCxnSpPr>
            <p:spPr>
              <a:xfrm>
                <a:off x="2438398" y="2019015"/>
                <a:ext cx="10803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1383" name="Google Shape;1383;g3f173680aaf_49_4602"/>
            <p:cNvGrpSpPr/>
            <p:nvPr/>
          </p:nvGrpSpPr>
          <p:grpSpPr>
            <a:xfrm>
              <a:off x="-1252333" y="2715185"/>
              <a:ext cx="2776566" cy="436736"/>
              <a:chOff x="-26865" y="2715185"/>
              <a:chExt cx="2776566" cy="436736"/>
            </a:xfrm>
          </p:grpSpPr>
          <p:cxnSp>
            <p:nvCxnSpPr>
              <p:cNvPr id="1384" name="Google Shape;1384;g3f173680aaf_49_4602"/>
              <p:cNvCxnSpPr/>
              <p:nvPr/>
            </p:nvCxnSpPr>
            <p:spPr>
              <a:xfrm>
                <a:off x="-26865" y="3151921"/>
                <a:ext cx="1402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85" name="Google Shape;1385;g3f173680aaf_49_4602"/>
              <p:cNvCxnSpPr/>
              <p:nvPr/>
            </p:nvCxnSpPr>
            <p:spPr>
              <a:xfrm rot="10800000" flipH="1">
                <a:off x="1368303" y="2877121"/>
                <a:ext cx="327300" cy="274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86" name="Google Shape;1386;g3f173680aaf_49_4602"/>
              <p:cNvCxnSpPr/>
              <p:nvPr/>
            </p:nvCxnSpPr>
            <p:spPr>
              <a:xfrm>
                <a:off x="1695690" y="2877197"/>
                <a:ext cx="7632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387" name="Google Shape;1387;g3f173680aaf_49_4602"/>
              <p:cNvSpPr/>
              <p:nvPr/>
            </p:nvSpPr>
            <p:spPr>
              <a:xfrm>
                <a:off x="2432901" y="2715185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88" name="Google Shape;1388;g3f173680aaf_49_4602"/>
            <p:cNvGrpSpPr/>
            <p:nvPr/>
          </p:nvGrpSpPr>
          <p:grpSpPr>
            <a:xfrm>
              <a:off x="-1225468" y="3843225"/>
              <a:ext cx="2802416" cy="433146"/>
              <a:chOff x="-34420" y="3843718"/>
              <a:chExt cx="2802416" cy="433146"/>
            </a:xfrm>
          </p:grpSpPr>
          <p:cxnSp>
            <p:nvCxnSpPr>
              <p:cNvPr id="1389" name="Google Shape;1389;g3f173680aaf_49_4602"/>
              <p:cNvCxnSpPr/>
              <p:nvPr/>
            </p:nvCxnSpPr>
            <p:spPr>
              <a:xfrm>
                <a:off x="-34420" y="3843718"/>
                <a:ext cx="1402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90" name="Google Shape;1390;g3f173680aaf_49_4602"/>
              <p:cNvCxnSpPr/>
              <p:nvPr/>
            </p:nvCxnSpPr>
            <p:spPr>
              <a:xfrm>
                <a:off x="1360748" y="3843718"/>
                <a:ext cx="327300" cy="274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91" name="Google Shape;1391;g3f173680aaf_49_4602"/>
              <p:cNvCxnSpPr/>
              <p:nvPr/>
            </p:nvCxnSpPr>
            <p:spPr>
              <a:xfrm>
                <a:off x="1688135" y="4118442"/>
                <a:ext cx="7632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392" name="Google Shape;1392;g3f173680aaf_49_4602"/>
              <p:cNvSpPr/>
              <p:nvPr/>
            </p:nvSpPr>
            <p:spPr>
              <a:xfrm>
                <a:off x="2451196" y="3960064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93" name="Google Shape;1393;g3f173680aaf_49_4602"/>
          <p:cNvGrpSpPr/>
          <p:nvPr/>
        </p:nvGrpSpPr>
        <p:grpSpPr>
          <a:xfrm flipH="1">
            <a:off x="6455699" y="841043"/>
            <a:ext cx="3631000" cy="3790500"/>
            <a:chOff x="-1259888" y="901609"/>
            <a:chExt cx="4841333" cy="5054000"/>
          </a:xfrm>
        </p:grpSpPr>
        <p:grpSp>
          <p:nvGrpSpPr>
            <p:cNvPr id="1394" name="Google Shape;1394;g3f173680aaf_49_4602"/>
            <p:cNvGrpSpPr/>
            <p:nvPr/>
          </p:nvGrpSpPr>
          <p:grpSpPr>
            <a:xfrm>
              <a:off x="-1225468" y="901609"/>
              <a:ext cx="4806913" cy="664514"/>
              <a:chOff x="0" y="901609"/>
              <a:chExt cx="4806913" cy="664514"/>
            </a:xfrm>
          </p:grpSpPr>
          <p:cxnSp>
            <p:nvCxnSpPr>
              <p:cNvPr id="1395" name="Google Shape;1395;g3f173680aaf_49_4602"/>
              <p:cNvCxnSpPr/>
              <p:nvPr/>
            </p:nvCxnSpPr>
            <p:spPr>
              <a:xfrm>
                <a:off x="0" y="1566123"/>
                <a:ext cx="2533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96" name="Google Shape;1396;g3f173680aaf_49_4602"/>
              <p:cNvCxnSpPr/>
              <p:nvPr/>
            </p:nvCxnSpPr>
            <p:spPr>
              <a:xfrm rot="10800000" flipH="1">
                <a:off x="2520285" y="1060023"/>
                <a:ext cx="591300" cy="5061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97" name="Google Shape;1397;g3f173680aaf_49_4602"/>
              <p:cNvCxnSpPr/>
              <p:nvPr/>
            </p:nvCxnSpPr>
            <p:spPr>
              <a:xfrm>
                <a:off x="3111690" y="1059987"/>
                <a:ext cx="13785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398" name="Google Shape;1398;g3f173680aaf_49_4602"/>
              <p:cNvSpPr/>
              <p:nvPr/>
            </p:nvSpPr>
            <p:spPr>
              <a:xfrm>
                <a:off x="4490113" y="901609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99" name="Google Shape;1399;g3f173680aaf_49_4602"/>
            <p:cNvGrpSpPr/>
            <p:nvPr/>
          </p:nvGrpSpPr>
          <p:grpSpPr>
            <a:xfrm rot="10800000" flipH="1">
              <a:off x="-1225468" y="5291095"/>
              <a:ext cx="4806913" cy="664514"/>
              <a:chOff x="0" y="1232525"/>
              <a:chExt cx="4806913" cy="664514"/>
            </a:xfrm>
          </p:grpSpPr>
          <p:cxnSp>
            <p:nvCxnSpPr>
              <p:cNvPr id="1400" name="Google Shape;1400;g3f173680aaf_49_4602"/>
              <p:cNvCxnSpPr/>
              <p:nvPr/>
            </p:nvCxnSpPr>
            <p:spPr>
              <a:xfrm>
                <a:off x="0" y="1897039"/>
                <a:ext cx="2533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01" name="Google Shape;1401;g3f173680aaf_49_4602"/>
              <p:cNvCxnSpPr/>
              <p:nvPr/>
            </p:nvCxnSpPr>
            <p:spPr>
              <a:xfrm rot="10800000" flipH="1">
                <a:off x="2520285" y="1390939"/>
                <a:ext cx="591300" cy="5061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02" name="Google Shape;1402;g3f173680aaf_49_4602"/>
              <p:cNvCxnSpPr/>
              <p:nvPr/>
            </p:nvCxnSpPr>
            <p:spPr>
              <a:xfrm>
                <a:off x="3111690" y="1390903"/>
                <a:ext cx="13785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403" name="Google Shape;1403;g3f173680aaf_49_4602"/>
              <p:cNvSpPr/>
              <p:nvPr/>
            </p:nvSpPr>
            <p:spPr>
              <a:xfrm>
                <a:off x="4490113" y="1232525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04" name="Google Shape;1404;g3f173680aaf_49_4602"/>
            <p:cNvGrpSpPr/>
            <p:nvPr/>
          </p:nvGrpSpPr>
          <p:grpSpPr>
            <a:xfrm>
              <a:off x="-1225469" y="1860637"/>
              <a:ext cx="3835366" cy="547270"/>
              <a:chOff x="-1" y="1860637"/>
              <a:chExt cx="3835366" cy="547270"/>
            </a:xfrm>
          </p:grpSpPr>
          <p:sp>
            <p:nvSpPr>
              <p:cNvPr id="1405" name="Google Shape;1405;g3f173680aaf_49_4602"/>
              <p:cNvSpPr/>
              <p:nvPr/>
            </p:nvSpPr>
            <p:spPr>
              <a:xfrm>
                <a:off x="3518565" y="1860637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406" name="Google Shape;1406;g3f173680aaf_49_4602"/>
              <p:cNvCxnSpPr/>
              <p:nvPr/>
            </p:nvCxnSpPr>
            <p:spPr>
              <a:xfrm>
                <a:off x="-1" y="2407907"/>
                <a:ext cx="19857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07" name="Google Shape;1407;g3f173680aaf_49_4602"/>
              <p:cNvCxnSpPr/>
              <p:nvPr/>
            </p:nvCxnSpPr>
            <p:spPr>
              <a:xfrm rot="10800000" flipH="1">
                <a:off x="1974958" y="2019107"/>
                <a:ext cx="463500" cy="388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08" name="Google Shape;1408;g3f173680aaf_49_4602"/>
              <p:cNvCxnSpPr/>
              <p:nvPr/>
            </p:nvCxnSpPr>
            <p:spPr>
              <a:xfrm>
                <a:off x="2438398" y="2019015"/>
                <a:ext cx="10803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1409" name="Google Shape;1409;g3f173680aaf_49_4602"/>
            <p:cNvGrpSpPr/>
            <p:nvPr/>
          </p:nvGrpSpPr>
          <p:grpSpPr>
            <a:xfrm rot="10800000" flipH="1">
              <a:off x="-1259888" y="4408929"/>
              <a:ext cx="3835366" cy="547270"/>
              <a:chOff x="-1" y="1860637"/>
              <a:chExt cx="3835366" cy="547270"/>
            </a:xfrm>
          </p:grpSpPr>
          <p:sp>
            <p:nvSpPr>
              <p:cNvPr id="1410" name="Google Shape;1410;g3f173680aaf_49_4602"/>
              <p:cNvSpPr/>
              <p:nvPr/>
            </p:nvSpPr>
            <p:spPr>
              <a:xfrm>
                <a:off x="3518565" y="1860637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411" name="Google Shape;1411;g3f173680aaf_49_4602"/>
              <p:cNvCxnSpPr/>
              <p:nvPr/>
            </p:nvCxnSpPr>
            <p:spPr>
              <a:xfrm>
                <a:off x="-1" y="2407907"/>
                <a:ext cx="19857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12" name="Google Shape;1412;g3f173680aaf_49_4602"/>
              <p:cNvCxnSpPr/>
              <p:nvPr/>
            </p:nvCxnSpPr>
            <p:spPr>
              <a:xfrm rot="10800000" flipH="1">
                <a:off x="1974958" y="2019107"/>
                <a:ext cx="463500" cy="388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13" name="Google Shape;1413;g3f173680aaf_49_4602"/>
              <p:cNvCxnSpPr/>
              <p:nvPr/>
            </p:nvCxnSpPr>
            <p:spPr>
              <a:xfrm>
                <a:off x="2438398" y="2019015"/>
                <a:ext cx="10803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1414" name="Google Shape;1414;g3f173680aaf_49_4602"/>
            <p:cNvGrpSpPr/>
            <p:nvPr/>
          </p:nvGrpSpPr>
          <p:grpSpPr>
            <a:xfrm>
              <a:off x="-1252333" y="2715185"/>
              <a:ext cx="2776566" cy="436736"/>
              <a:chOff x="-26865" y="2715185"/>
              <a:chExt cx="2776566" cy="436736"/>
            </a:xfrm>
          </p:grpSpPr>
          <p:cxnSp>
            <p:nvCxnSpPr>
              <p:cNvPr id="1415" name="Google Shape;1415;g3f173680aaf_49_4602"/>
              <p:cNvCxnSpPr/>
              <p:nvPr/>
            </p:nvCxnSpPr>
            <p:spPr>
              <a:xfrm>
                <a:off x="-26865" y="3151921"/>
                <a:ext cx="1402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16" name="Google Shape;1416;g3f173680aaf_49_4602"/>
              <p:cNvCxnSpPr/>
              <p:nvPr/>
            </p:nvCxnSpPr>
            <p:spPr>
              <a:xfrm rot="10800000" flipH="1">
                <a:off x="1368303" y="2877121"/>
                <a:ext cx="327300" cy="274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17" name="Google Shape;1417;g3f173680aaf_49_4602"/>
              <p:cNvCxnSpPr/>
              <p:nvPr/>
            </p:nvCxnSpPr>
            <p:spPr>
              <a:xfrm>
                <a:off x="1695690" y="2877197"/>
                <a:ext cx="7632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418" name="Google Shape;1418;g3f173680aaf_49_4602"/>
              <p:cNvSpPr/>
              <p:nvPr/>
            </p:nvSpPr>
            <p:spPr>
              <a:xfrm>
                <a:off x="2432901" y="2715185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19" name="Google Shape;1419;g3f173680aaf_49_4602"/>
            <p:cNvGrpSpPr/>
            <p:nvPr/>
          </p:nvGrpSpPr>
          <p:grpSpPr>
            <a:xfrm>
              <a:off x="-1225468" y="3843225"/>
              <a:ext cx="2802416" cy="433146"/>
              <a:chOff x="-34420" y="3843718"/>
              <a:chExt cx="2802416" cy="433146"/>
            </a:xfrm>
          </p:grpSpPr>
          <p:cxnSp>
            <p:nvCxnSpPr>
              <p:cNvPr id="1420" name="Google Shape;1420;g3f173680aaf_49_4602"/>
              <p:cNvCxnSpPr/>
              <p:nvPr/>
            </p:nvCxnSpPr>
            <p:spPr>
              <a:xfrm>
                <a:off x="-34420" y="3843718"/>
                <a:ext cx="1402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21" name="Google Shape;1421;g3f173680aaf_49_4602"/>
              <p:cNvCxnSpPr/>
              <p:nvPr/>
            </p:nvCxnSpPr>
            <p:spPr>
              <a:xfrm>
                <a:off x="1360748" y="3843718"/>
                <a:ext cx="327300" cy="274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22" name="Google Shape;1422;g3f173680aaf_49_4602"/>
              <p:cNvCxnSpPr/>
              <p:nvPr/>
            </p:nvCxnSpPr>
            <p:spPr>
              <a:xfrm>
                <a:off x="1688135" y="4118442"/>
                <a:ext cx="7632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423" name="Google Shape;1423;g3f173680aaf_49_4602"/>
              <p:cNvSpPr/>
              <p:nvPr/>
            </p:nvSpPr>
            <p:spPr>
              <a:xfrm>
                <a:off x="2451196" y="3960064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424" name="Google Shape;1424;g3f173680aaf_49_4602"/>
          <p:cNvSpPr/>
          <p:nvPr/>
        </p:nvSpPr>
        <p:spPr>
          <a:xfrm>
            <a:off x="8943443" y="4937355"/>
            <a:ext cx="175500" cy="175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5" name="Google Shape;1425;g3f173680aaf_49_4602"/>
          <p:cNvSpPr txBox="1">
            <a:spLocks noGrp="1"/>
          </p:cNvSpPr>
          <p:nvPr>
            <p:ph type="sldNum" idx="12"/>
          </p:nvPr>
        </p:nvSpPr>
        <p:spPr>
          <a:xfrm>
            <a:off x="8925300" y="4924800"/>
            <a:ext cx="218700" cy="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26" name="Google Shape;1426;g3f173680aaf_49_4602"/>
          <p:cNvSpPr txBox="1"/>
          <p:nvPr/>
        </p:nvSpPr>
        <p:spPr>
          <a:xfrm>
            <a:off x="3526973" y="480061"/>
            <a:ext cx="2271600" cy="484800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68575" tIns="34275" rIns="68575" bIns="3427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NỘI DUNG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7" name="Google Shape;1427;g3f173680aaf_49_4602"/>
          <p:cNvSpPr txBox="1">
            <a:spLocks noGrp="1"/>
          </p:cNvSpPr>
          <p:nvPr>
            <p:ph type="body" idx="1"/>
          </p:nvPr>
        </p:nvSpPr>
        <p:spPr>
          <a:xfrm>
            <a:off x="2051358" y="964760"/>
            <a:ext cx="5041500" cy="35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33655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AutoNum type="arabicPeriod"/>
              <a:defRPr sz="170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28" name="Google Shape;1428;g3f173680aaf_49_4602"/>
          <p:cNvSpPr/>
          <p:nvPr/>
        </p:nvSpPr>
        <p:spPr>
          <a:xfrm rot="10800000">
            <a:off x="13" y="83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29" name="Google Shape;1429;g3f173680aaf_49_4602"/>
          <p:cNvGrpSpPr/>
          <p:nvPr/>
        </p:nvGrpSpPr>
        <p:grpSpPr>
          <a:xfrm>
            <a:off x="43967" y="30708"/>
            <a:ext cx="2152257" cy="664889"/>
            <a:chOff x="44974" y="27296"/>
            <a:chExt cx="2869676" cy="886519"/>
          </a:xfrm>
        </p:grpSpPr>
        <p:cxnSp>
          <p:nvCxnSpPr>
            <p:cNvPr id="1430" name="Google Shape;1430;g3f173680aaf_49_4602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431" name="Google Shape;1431;g3f173680aaf_49_4602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432" name="Google Shape;1432;g3f173680aaf_49_4602"/>
            <p:cNvCxnSpPr/>
            <p:nvPr/>
          </p:nvCxnSpPr>
          <p:spPr>
            <a:xfrm rot="10800000">
              <a:off x="52214" y="654015"/>
              <a:ext cx="0" cy="2598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pic>
        <p:nvPicPr>
          <p:cNvPr id="1433" name="Google Shape;1433;g3f173680aaf_49_4602" descr="A picture containing clipart, vector graphic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9479" y="271978"/>
            <a:ext cx="408216" cy="337660"/>
          </a:xfrm>
          <a:prstGeom prst="rect">
            <a:avLst/>
          </a:prstGeom>
          <a:noFill/>
          <a:ln>
            <a:noFill/>
          </a:ln>
        </p:spPr>
      </p:pic>
      <p:sp>
        <p:nvSpPr>
          <p:cNvPr id="1434" name="Google Shape;1434;g3f173680aaf_49_4602"/>
          <p:cNvSpPr txBox="1">
            <a:spLocks noGrp="1"/>
          </p:cNvSpPr>
          <p:nvPr>
            <p:ph type="dt" idx="10"/>
          </p:nvPr>
        </p:nvSpPr>
        <p:spPr>
          <a:xfrm>
            <a:off x="597017" y="4840976"/>
            <a:ext cx="15993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êu đề chương">
  <p:cSld name="1_Tiêu đề chương">
    <p:spTree>
      <p:nvGrpSpPr>
        <p:cNvPr id="1" name="Shape 1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6" name="Google Shape;1436;g3f173680aaf_49_4682" descr="Background patter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-1"/>
            <a:ext cx="9144001" cy="514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437" name="Google Shape;1437;g3f173680aaf_49_468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0A4671">
                  <a:alpha val="74901"/>
                </a:srgbClr>
              </a:gs>
              <a:gs pos="100000">
                <a:srgbClr val="0A467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8" name="Google Shape;1438;g3f173680aaf_49_4682"/>
          <p:cNvSpPr/>
          <p:nvPr/>
        </p:nvSpPr>
        <p:spPr>
          <a:xfrm>
            <a:off x="12019" y="3471967"/>
            <a:ext cx="325800" cy="260400"/>
          </a:xfrm>
          <a:prstGeom prst="rect">
            <a:avLst/>
          </a:prstGeom>
          <a:solidFill>
            <a:srgbClr val="00F7FF"/>
          </a:solidFill>
          <a:ln w="9525" cap="flat" cmpd="sng">
            <a:solidFill>
              <a:srgbClr val="00F7F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9" name="Google Shape;1439;g3f173680aaf_49_4682"/>
          <p:cNvSpPr/>
          <p:nvPr/>
        </p:nvSpPr>
        <p:spPr>
          <a:xfrm>
            <a:off x="12019" y="3754231"/>
            <a:ext cx="325800" cy="260400"/>
          </a:xfrm>
          <a:prstGeom prst="rect">
            <a:avLst/>
          </a:prstGeom>
          <a:solidFill>
            <a:srgbClr val="00F7FF"/>
          </a:solidFill>
          <a:ln w="9525" cap="flat" cmpd="sng">
            <a:solidFill>
              <a:srgbClr val="00F7F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0" name="Google Shape;1440;g3f173680aaf_49_4682"/>
          <p:cNvSpPr/>
          <p:nvPr/>
        </p:nvSpPr>
        <p:spPr>
          <a:xfrm>
            <a:off x="12019" y="4036495"/>
            <a:ext cx="325800" cy="260400"/>
          </a:xfrm>
          <a:prstGeom prst="rect">
            <a:avLst/>
          </a:prstGeom>
          <a:solidFill>
            <a:srgbClr val="00F7FF"/>
          </a:solidFill>
          <a:ln w="9525" cap="flat" cmpd="sng">
            <a:solidFill>
              <a:srgbClr val="00F7F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1" name="Google Shape;1441;g3f173680aaf_49_4682"/>
          <p:cNvSpPr/>
          <p:nvPr/>
        </p:nvSpPr>
        <p:spPr>
          <a:xfrm>
            <a:off x="12019" y="4318759"/>
            <a:ext cx="325800" cy="260400"/>
          </a:xfrm>
          <a:prstGeom prst="rect">
            <a:avLst/>
          </a:prstGeom>
          <a:noFill/>
          <a:ln w="9525" cap="flat" cmpd="sng">
            <a:solidFill>
              <a:srgbClr val="00F7F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2" name="Google Shape;1442;g3f173680aaf_49_4682"/>
          <p:cNvSpPr/>
          <p:nvPr/>
        </p:nvSpPr>
        <p:spPr>
          <a:xfrm>
            <a:off x="12019" y="4601023"/>
            <a:ext cx="325800" cy="260400"/>
          </a:xfrm>
          <a:prstGeom prst="rect">
            <a:avLst/>
          </a:prstGeom>
          <a:noFill/>
          <a:ln w="9525" cap="flat" cmpd="sng">
            <a:solidFill>
              <a:srgbClr val="00F7F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3" name="Google Shape;1443;g3f173680aaf_49_4682"/>
          <p:cNvSpPr/>
          <p:nvPr/>
        </p:nvSpPr>
        <p:spPr>
          <a:xfrm>
            <a:off x="12019" y="4883288"/>
            <a:ext cx="325800" cy="260400"/>
          </a:xfrm>
          <a:prstGeom prst="rect">
            <a:avLst/>
          </a:prstGeom>
          <a:noFill/>
          <a:ln w="9525" cap="flat" cmpd="sng">
            <a:solidFill>
              <a:srgbClr val="00F7F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4" name="Google Shape;1444;g3f173680aaf_49_4682"/>
          <p:cNvSpPr/>
          <p:nvPr/>
        </p:nvSpPr>
        <p:spPr>
          <a:xfrm rot="10800000">
            <a:off x="13" y="83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5" name="Google Shape;1445;g3f173680aaf_49_4682"/>
          <p:cNvGrpSpPr/>
          <p:nvPr/>
        </p:nvGrpSpPr>
        <p:grpSpPr>
          <a:xfrm>
            <a:off x="43967" y="30708"/>
            <a:ext cx="2152257" cy="1172534"/>
            <a:chOff x="44974" y="27296"/>
            <a:chExt cx="2869676" cy="1563379"/>
          </a:xfrm>
        </p:grpSpPr>
        <p:cxnSp>
          <p:nvCxnSpPr>
            <p:cNvPr id="1446" name="Google Shape;1446;g3f173680aaf_49_4682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F7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447" name="Google Shape;1447;g3f173680aaf_49_4682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F7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448" name="Google Shape;1448;g3f173680aaf_49_4682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flat" cmpd="sng">
              <a:solidFill>
                <a:srgbClr val="00F7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1449" name="Google Shape;1449;g3f173680aaf_49_4682"/>
          <p:cNvSpPr/>
          <p:nvPr/>
        </p:nvSpPr>
        <p:spPr>
          <a:xfrm>
            <a:off x="8607287" y="4680817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50" name="Google Shape;1450;g3f173680aaf_49_4682"/>
          <p:cNvGrpSpPr/>
          <p:nvPr/>
        </p:nvGrpSpPr>
        <p:grpSpPr>
          <a:xfrm rot="10800000">
            <a:off x="6947777" y="3940258"/>
            <a:ext cx="2152257" cy="1172534"/>
            <a:chOff x="44974" y="27296"/>
            <a:chExt cx="2869676" cy="1563379"/>
          </a:xfrm>
        </p:grpSpPr>
        <p:cxnSp>
          <p:nvCxnSpPr>
            <p:cNvPr id="1451" name="Google Shape;1451;g3f173680aaf_49_4682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52" name="Google Shape;1452;g3f173680aaf_49_4682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53" name="Google Shape;1453;g3f173680aaf_49_4682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454" name="Google Shape;1454;g3f173680aaf_49_4682"/>
          <p:cNvSpPr/>
          <p:nvPr/>
        </p:nvSpPr>
        <p:spPr>
          <a:xfrm>
            <a:off x="8946554" y="4937363"/>
            <a:ext cx="175500" cy="175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5" name="Google Shape;1455;g3f173680aaf_49_4682"/>
          <p:cNvSpPr/>
          <p:nvPr/>
        </p:nvSpPr>
        <p:spPr>
          <a:xfrm>
            <a:off x="8692153" y="79409"/>
            <a:ext cx="366980" cy="303866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6" name="Google Shape;1456;g3f173680aaf_49_4682"/>
          <p:cNvSpPr txBox="1">
            <a:spLocks noGrp="1"/>
          </p:cNvSpPr>
          <p:nvPr>
            <p:ph type="sldNum" idx="12"/>
          </p:nvPr>
        </p:nvSpPr>
        <p:spPr>
          <a:xfrm>
            <a:off x="8924544" y="4906662"/>
            <a:ext cx="219300" cy="2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57" name="Google Shape;1457;g3f173680aaf_49_4682"/>
          <p:cNvSpPr txBox="1">
            <a:spLocks noGrp="1"/>
          </p:cNvSpPr>
          <p:nvPr>
            <p:ph type="body" idx="1"/>
          </p:nvPr>
        </p:nvSpPr>
        <p:spPr>
          <a:xfrm>
            <a:off x="1103197" y="1571270"/>
            <a:ext cx="4698300" cy="6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F7FF"/>
              </a:buClr>
              <a:buSzPts val="3300"/>
              <a:buNone/>
              <a:defRPr sz="3300" b="1">
                <a:solidFill>
                  <a:srgbClr val="00F7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58" name="Google Shape;1458;g3f173680aaf_49_4682"/>
          <p:cNvSpPr txBox="1">
            <a:spLocks noGrp="1"/>
          </p:cNvSpPr>
          <p:nvPr>
            <p:ph type="body" idx="2"/>
          </p:nvPr>
        </p:nvSpPr>
        <p:spPr>
          <a:xfrm>
            <a:off x="1103197" y="2376869"/>
            <a:ext cx="6685500" cy="5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59" name="Google Shape;1459;g3f173680aaf_49_4682"/>
          <p:cNvSpPr txBox="1">
            <a:spLocks noGrp="1"/>
          </p:cNvSpPr>
          <p:nvPr>
            <p:ph type="body" idx="3"/>
          </p:nvPr>
        </p:nvSpPr>
        <p:spPr>
          <a:xfrm>
            <a:off x="1103197" y="3103048"/>
            <a:ext cx="5360100" cy="6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60" name="Google Shape;1460;g3f173680aaf_49_4682"/>
          <p:cNvSpPr txBox="1">
            <a:spLocks noGrp="1"/>
          </p:cNvSpPr>
          <p:nvPr>
            <p:ph type="body" idx="4"/>
          </p:nvPr>
        </p:nvSpPr>
        <p:spPr>
          <a:xfrm>
            <a:off x="6672432" y="3923927"/>
            <a:ext cx="18909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F7FF"/>
              </a:buClr>
              <a:buSzPts val="9000"/>
              <a:buNone/>
              <a:defRPr sz="9000" b="1">
                <a:solidFill>
                  <a:srgbClr val="00F7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cxnSp>
        <p:nvCxnSpPr>
          <p:cNvPr id="1461" name="Google Shape;1461;g3f173680aaf_49_4682"/>
          <p:cNvCxnSpPr/>
          <p:nvPr/>
        </p:nvCxnSpPr>
        <p:spPr>
          <a:xfrm>
            <a:off x="1180617" y="2234762"/>
            <a:ext cx="2673600" cy="0"/>
          </a:xfrm>
          <a:prstGeom prst="straightConnector1">
            <a:avLst/>
          </a:prstGeom>
          <a:noFill/>
          <a:ln w="19050" cap="rnd" cmpd="sng">
            <a:solidFill>
              <a:srgbClr val="00F7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62" name="Google Shape;1462;g3f173680aaf_49_4682"/>
          <p:cNvSpPr txBox="1">
            <a:spLocks noGrp="1"/>
          </p:cNvSpPr>
          <p:nvPr>
            <p:ph type="dt" idx="10"/>
          </p:nvPr>
        </p:nvSpPr>
        <p:spPr>
          <a:xfrm>
            <a:off x="628650" y="4861235"/>
            <a:ext cx="1567500" cy="1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63" name="Google Shape;1463;g3f173680aaf_49_4682"/>
          <p:cNvSpPr txBox="1">
            <a:spLocks noGrp="1"/>
          </p:cNvSpPr>
          <p:nvPr>
            <p:ph type="ftr" idx="11"/>
          </p:nvPr>
        </p:nvSpPr>
        <p:spPr>
          <a:xfrm>
            <a:off x="2758109" y="4861235"/>
            <a:ext cx="3357000" cy="1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g trống" type="blank">
  <p:cSld name="BLANK">
    <p:spTree>
      <p:nvGrpSpPr>
        <p:cNvPr id="1" name="Shape 1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Google Shape;1465;g3f173680aaf_49_4711"/>
          <p:cNvSpPr txBox="1">
            <a:spLocks noGrp="1"/>
          </p:cNvSpPr>
          <p:nvPr>
            <p:ph type="ftr" idx="11"/>
          </p:nvPr>
        </p:nvSpPr>
        <p:spPr>
          <a:xfrm>
            <a:off x="2763078" y="4861235"/>
            <a:ext cx="3617700" cy="1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66" name="Google Shape;1466;g3f173680aaf_49_4711"/>
          <p:cNvSpPr/>
          <p:nvPr/>
        </p:nvSpPr>
        <p:spPr>
          <a:xfrm rot="10800000">
            <a:off x="-1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7" name="Google Shape;1467;g3f173680aaf_49_4711"/>
          <p:cNvSpPr/>
          <p:nvPr/>
        </p:nvSpPr>
        <p:spPr>
          <a:xfrm rot="10800000">
            <a:off x="13" y="83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68" name="Google Shape;1468;g3f173680aaf_49_4711"/>
          <p:cNvGrpSpPr/>
          <p:nvPr/>
        </p:nvGrpSpPr>
        <p:grpSpPr>
          <a:xfrm>
            <a:off x="43967" y="30708"/>
            <a:ext cx="2152257" cy="1172534"/>
            <a:chOff x="44974" y="27296"/>
            <a:chExt cx="2869676" cy="1563379"/>
          </a:xfrm>
        </p:grpSpPr>
        <p:cxnSp>
          <p:nvCxnSpPr>
            <p:cNvPr id="1469" name="Google Shape;1469;g3f173680aaf_49_4711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470" name="Google Shape;1470;g3f173680aaf_49_4711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471" name="Google Shape;1471;g3f173680aaf_49_4711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1472" name="Google Shape;1472;g3f173680aaf_49_4711"/>
          <p:cNvSpPr/>
          <p:nvPr/>
        </p:nvSpPr>
        <p:spPr>
          <a:xfrm>
            <a:off x="8607287" y="4680817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73" name="Google Shape;1473;g3f173680aaf_49_4711"/>
          <p:cNvGrpSpPr/>
          <p:nvPr/>
        </p:nvGrpSpPr>
        <p:grpSpPr>
          <a:xfrm rot="10800000">
            <a:off x="6947777" y="3940258"/>
            <a:ext cx="2152257" cy="1172534"/>
            <a:chOff x="44974" y="27296"/>
            <a:chExt cx="2869676" cy="1563379"/>
          </a:xfrm>
        </p:grpSpPr>
        <p:cxnSp>
          <p:nvCxnSpPr>
            <p:cNvPr id="1474" name="Google Shape;1474;g3f173680aaf_49_4711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75" name="Google Shape;1475;g3f173680aaf_49_4711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76" name="Google Shape;1476;g3f173680aaf_49_4711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477" name="Google Shape;1477;g3f173680aaf_49_4711"/>
          <p:cNvSpPr/>
          <p:nvPr/>
        </p:nvSpPr>
        <p:spPr>
          <a:xfrm>
            <a:off x="8944906" y="4941813"/>
            <a:ext cx="175500" cy="175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8" name="Google Shape;1478;g3f173680aaf_49_4711"/>
          <p:cNvSpPr/>
          <p:nvPr/>
        </p:nvSpPr>
        <p:spPr>
          <a:xfrm>
            <a:off x="12019" y="3471967"/>
            <a:ext cx="325800" cy="260400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6" scaled="0"/>
          </a:gradFill>
          <a:ln w="9525" cap="flat" cmpd="sng">
            <a:solidFill>
              <a:srgbClr val="0072F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9" name="Google Shape;1479;g3f173680aaf_49_4711"/>
          <p:cNvSpPr/>
          <p:nvPr/>
        </p:nvSpPr>
        <p:spPr>
          <a:xfrm>
            <a:off x="12019" y="3754231"/>
            <a:ext cx="325800" cy="260400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6" scaled="0"/>
          </a:gradFill>
          <a:ln w="9525" cap="flat" cmpd="sng">
            <a:solidFill>
              <a:srgbClr val="0072F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0" name="Google Shape;1480;g3f173680aaf_49_4711"/>
          <p:cNvSpPr/>
          <p:nvPr/>
        </p:nvSpPr>
        <p:spPr>
          <a:xfrm>
            <a:off x="12019" y="4036495"/>
            <a:ext cx="325800" cy="260400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6" scaled="0"/>
          </a:gradFill>
          <a:ln w="9525" cap="flat" cmpd="sng">
            <a:solidFill>
              <a:srgbClr val="0072F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1" name="Google Shape;1481;g3f173680aaf_49_4711"/>
          <p:cNvSpPr/>
          <p:nvPr/>
        </p:nvSpPr>
        <p:spPr>
          <a:xfrm>
            <a:off x="12019" y="4318759"/>
            <a:ext cx="325800" cy="260400"/>
          </a:xfrm>
          <a:prstGeom prst="rect">
            <a:avLst/>
          </a:prstGeom>
          <a:noFill/>
          <a:ln w="9525" cap="flat" cmpd="sng">
            <a:solidFill>
              <a:srgbClr val="0072F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2" name="Google Shape;1482;g3f173680aaf_49_4711"/>
          <p:cNvSpPr/>
          <p:nvPr/>
        </p:nvSpPr>
        <p:spPr>
          <a:xfrm>
            <a:off x="12019" y="4601023"/>
            <a:ext cx="325800" cy="260400"/>
          </a:xfrm>
          <a:prstGeom prst="rect">
            <a:avLst/>
          </a:prstGeom>
          <a:noFill/>
          <a:ln w="9525" cap="flat" cmpd="sng">
            <a:solidFill>
              <a:srgbClr val="0072F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3" name="Google Shape;1483;g3f173680aaf_49_4711"/>
          <p:cNvSpPr/>
          <p:nvPr/>
        </p:nvSpPr>
        <p:spPr>
          <a:xfrm>
            <a:off x="12019" y="4883288"/>
            <a:ext cx="325800" cy="260400"/>
          </a:xfrm>
          <a:prstGeom prst="rect">
            <a:avLst/>
          </a:prstGeom>
          <a:noFill/>
          <a:ln w="9525" cap="flat" cmpd="sng">
            <a:solidFill>
              <a:srgbClr val="0072F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84" name="Google Shape;1484;g3f173680aaf_49_4711" descr="A picture containing clipart, vector graphic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9479" y="271978"/>
            <a:ext cx="408216" cy="337660"/>
          </a:xfrm>
          <a:prstGeom prst="rect">
            <a:avLst/>
          </a:prstGeom>
          <a:noFill/>
          <a:ln>
            <a:noFill/>
          </a:ln>
        </p:spPr>
      </p:pic>
      <p:sp>
        <p:nvSpPr>
          <p:cNvPr id="1485" name="Google Shape;1485;g3f173680aaf_49_4711"/>
          <p:cNvSpPr txBox="1">
            <a:spLocks noGrp="1"/>
          </p:cNvSpPr>
          <p:nvPr>
            <p:ph type="sldNum" idx="12"/>
          </p:nvPr>
        </p:nvSpPr>
        <p:spPr>
          <a:xfrm>
            <a:off x="8923274" y="4920182"/>
            <a:ext cx="218700" cy="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86" name="Google Shape;1486;g3f173680aaf_49_4711"/>
          <p:cNvSpPr txBox="1">
            <a:spLocks noGrp="1"/>
          </p:cNvSpPr>
          <p:nvPr>
            <p:ph type="dt" idx="10"/>
          </p:nvPr>
        </p:nvSpPr>
        <p:spPr>
          <a:xfrm>
            <a:off x="628650" y="4861235"/>
            <a:ext cx="1611300" cy="1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êu đề chương">
  <p:cSld name="3_Tiêu đề chương">
    <p:spTree>
      <p:nvGrpSpPr>
        <p:cNvPr id="1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8" name="Google Shape;1488;g3f173680aaf_49_4734" descr="Background patter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-1"/>
            <a:ext cx="9144001" cy="514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489" name="Google Shape;1489;g3f173680aaf_49_4734"/>
          <p:cNvSpPr/>
          <p:nvPr/>
        </p:nvSpPr>
        <p:spPr>
          <a:xfrm>
            <a:off x="-1" y="-2335"/>
            <a:ext cx="9144000" cy="5143500"/>
          </a:xfrm>
          <a:prstGeom prst="rect">
            <a:avLst/>
          </a:prstGeom>
          <a:gradFill>
            <a:gsLst>
              <a:gs pos="0">
                <a:srgbClr val="0A4671">
                  <a:alpha val="74901"/>
                </a:srgbClr>
              </a:gs>
              <a:gs pos="100000">
                <a:srgbClr val="0A467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0" name="Google Shape;1490;g3f173680aaf_49_4734"/>
          <p:cNvSpPr/>
          <p:nvPr/>
        </p:nvSpPr>
        <p:spPr>
          <a:xfrm rot="10800000">
            <a:off x="13" y="83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91" name="Google Shape;1491;g3f173680aaf_49_4734"/>
          <p:cNvGrpSpPr/>
          <p:nvPr/>
        </p:nvGrpSpPr>
        <p:grpSpPr>
          <a:xfrm>
            <a:off x="43967" y="30708"/>
            <a:ext cx="2152257" cy="1172534"/>
            <a:chOff x="44974" y="27296"/>
            <a:chExt cx="2869676" cy="1563379"/>
          </a:xfrm>
        </p:grpSpPr>
        <p:cxnSp>
          <p:nvCxnSpPr>
            <p:cNvPr id="1492" name="Google Shape;1492;g3f173680aaf_49_4734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F7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493" name="Google Shape;1493;g3f173680aaf_49_4734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F7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494" name="Google Shape;1494;g3f173680aaf_49_4734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flat" cmpd="sng">
              <a:solidFill>
                <a:srgbClr val="00F7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1495" name="Google Shape;1495;g3f173680aaf_49_4734"/>
          <p:cNvSpPr/>
          <p:nvPr/>
        </p:nvSpPr>
        <p:spPr>
          <a:xfrm>
            <a:off x="8607287" y="4680817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96" name="Google Shape;1496;g3f173680aaf_49_4734"/>
          <p:cNvGrpSpPr/>
          <p:nvPr/>
        </p:nvGrpSpPr>
        <p:grpSpPr>
          <a:xfrm rot="10800000">
            <a:off x="6947777" y="3940258"/>
            <a:ext cx="2152257" cy="1172534"/>
            <a:chOff x="44974" y="27296"/>
            <a:chExt cx="2869676" cy="1563379"/>
          </a:xfrm>
        </p:grpSpPr>
        <p:cxnSp>
          <p:nvCxnSpPr>
            <p:cNvPr id="1497" name="Google Shape;1497;g3f173680aaf_49_4734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98" name="Google Shape;1498;g3f173680aaf_49_4734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99" name="Google Shape;1499;g3f173680aaf_49_4734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500" name="Google Shape;1500;g3f173680aaf_49_4734"/>
          <p:cNvSpPr/>
          <p:nvPr/>
        </p:nvSpPr>
        <p:spPr>
          <a:xfrm>
            <a:off x="8692153" y="79409"/>
            <a:ext cx="366980" cy="303866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1" name="Google Shape;1501;g3f173680aaf_49_4734"/>
          <p:cNvSpPr txBox="1">
            <a:spLocks noGrp="1"/>
          </p:cNvSpPr>
          <p:nvPr>
            <p:ph type="dt" idx="10"/>
          </p:nvPr>
        </p:nvSpPr>
        <p:spPr>
          <a:xfrm>
            <a:off x="4545225" y="4861235"/>
            <a:ext cx="1567500" cy="1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02" name="Google Shape;1502;g3f173680aaf_49_4734"/>
          <p:cNvSpPr txBox="1">
            <a:spLocks noGrp="1"/>
          </p:cNvSpPr>
          <p:nvPr>
            <p:ph type="ftr" idx="11"/>
          </p:nvPr>
        </p:nvSpPr>
        <p:spPr>
          <a:xfrm>
            <a:off x="628650" y="4861235"/>
            <a:ext cx="3357000" cy="1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03" name="Google Shape;1503;g3f173680aaf_49_4734"/>
          <p:cNvSpPr/>
          <p:nvPr/>
        </p:nvSpPr>
        <p:spPr>
          <a:xfrm>
            <a:off x="71406" y="4937363"/>
            <a:ext cx="175500" cy="175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4" name="Google Shape;1504;g3f173680aaf_49_4734"/>
          <p:cNvSpPr txBox="1">
            <a:spLocks noGrp="1"/>
          </p:cNvSpPr>
          <p:nvPr>
            <p:ph type="sldNum" idx="12"/>
          </p:nvPr>
        </p:nvSpPr>
        <p:spPr>
          <a:xfrm>
            <a:off x="49396" y="4906662"/>
            <a:ext cx="219300" cy="2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05" name="Google Shape;1505;g3f173680aaf_49_4734"/>
          <p:cNvSpPr>
            <a:spLocks noGrp="1"/>
          </p:cNvSpPr>
          <p:nvPr>
            <p:ph type="body" idx="1"/>
          </p:nvPr>
        </p:nvSpPr>
        <p:spPr>
          <a:xfrm>
            <a:off x="1278082" y="2264375"/>
            <a:ext cx="3438000" cy="1079700"/>
          </a:xfrm>
          <a:prstGeom prst="roundRect">
            <a:avLst>
              <a:gd name="adj" fmla="val 2631"/>
            </a:avLst>
          </a:prstGeom>
          <a:solidFill>
            <a:srgbClr val="F2F2F2"/>
          </a:solidFill>
          <a:ln w="14300" cap="rnd" cmpd="sng">
            <a:solidFill>
              <a:srgbClr val="00C6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72FF"/>
              </a:buClr>
              <a:buSzPts val="1500"/>
              <a:buNone/>
              <a:defRPr sz="1500" b="1" i="0">
                <a:solidFill>
                  <a:srgbClr val="0072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grpSp>
        <p:nvGrpSpPr>
          <p:cNvPr id="1506" name="Google Shape;1506;g3f173680aaf_49_4734"/>
          <p:cNvGrpSpPr/>
          <p:nvPr/>
        </p:nvGrpSpPr>
        <p:grpSpPr>
          <a:xfrm>
            <a:off x="-1" y="3343820"/>
            <a:ext cx="6485361" cy="498386"/>
            <a:chOff x="-349411" y="1322122"/>
            <a:chExt cx="8647148" cy="664514"/>
          </a:xfrm>
        </p:grpSpPr>
        <p:cxnSp>
          <p:nvCxnSpPr>
            <p:cNvPr id="1507" name="Google Shape;1507;g3f173680aaf_49_4734"/>
            <p:cNvCxnSpPr/>
            <p:nvPr/>
          </p:nvCxnSpPr>
          <p:spPr>
            <a:xfrm>
              <a:off x="-349411" y="1986636"/>
              <a:ext cx="6360600" cy="0"/>
            </a:xfrm>
            <a:prstGeom prst="straightConnector1">
              <a:avLst/>
            </a:prstGeom>
            <a:noFill/>
            <a:ln w="28575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508" name="Google Shape;1508;g3f173680aaf_49_4734"/>
            <p:cNvCxnSpPr/>
            <p:nvPr/>
          </p:nvCxnSpPr>
          <p:spPr>
            <a:xfrm rot="10800000" flipH="1">
              <a:off x="6011109" y="1480536"/>
              <a:ext cx="591300" cy="506100"/>
            </a:xfrm>
            <a:prstGeom prst="straightConnector1">
              <a:avLst/>
            </a:prstGeom>
            <a:noFill/>
            <a:ln w="28575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509" name="Google Shape;1509;g3f173680aaf_49_4734"/>
            <p:cNvCxnSpPr/>
            <p:nvPr/>
          </p:nvCxnSpPr>
          <p:spPr>
            <a:xfrm>
              <a:off x="6602514" y="1480500"/>
              <a:ext cx="1378500" cy="0"/>
            </a:xfrm>
            <a:prstGeom prst="straightConnector1">
              <a:avLst/>
            </a:prstGeom>
            <a:noFill/>
            <a:ln w="28575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510" name="Google Shape;1510;g3f173680aaf_49_4734"/>
            <p:cNvSpPr/>
            <p:nvPr/>
          </p:nvSpPr>
          <p:spPr>
            <a:xfrm>
              <a:off x="7980937" y="1322122"/>
              <a:ext cx="316800" cy="316800"/>
            </a:xfrm>
            <a:prstGeom prst="ellipse">
              <a:avLst/>
            </a:prstGeom>
            <a:gradFill>
              <a:gsLst>
                <a:gs pos="0">
                  <a:srgbClr val="00F7FF"/>
                </a:gs>
                <a:gs pos="100000">
                  <a:srgbClr val="00C6FF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11" name="Google Shape;1511;g3f173680aaf_49_4734"/>
          <p:cNvSpPr/>
          <p:nvPr/>
        </p:nvSpPr>
        <p:spPr>
          <a:xfrm>
            <a:off x="597017" y="2052285"/>
            <a:ext cx="1514700" cy="1514700"/>
          </a:xfrm>
          <a:prstGeom prst="ellipse">
            <a:avLst/>
          </a:prstGeom>
          <a:gradFill>
            <a:gsLst>
              <a:gs pos="0">
                <a:srgbClr val="00C6FF"/>
              </a:gs>
              <a:gs pos="100000">
                <a:srgbClr val="0072FF"/>
              </a:gs>
            </a:gsLst>
            <a:lin ang="5400012" scaled="0"/>
          </a:gradFill>
          <a:ln w="9525" cap="flat" cmpd="sng">
            <a:solidFill>
              <a:srgbClr val="00C6F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2" name="Google Shape;1512;g3f173680aaf_49_4734"/>
          <p:cNvSpPr>
            <a:spLocks noGrp="1"/>
          </p:cNvSpPr>
          <p:nvPr>
            <p:ph type="pic" idx="2"/>
          </p:nvPr>
        </p:nvSpPr>
        <p:spPr>
          <a:xfrm>
            <a:off x="517745" y="2046747"/>
            <a:ext cx="1515600" cy="1514700"/>
          </a:xfrm>
          <a:prstGeom prst="ellipse">
            <a:avLst/>
          </a:prstGeom>
          <a:solidFill>
            <a:schemeClr val="lt1"/>
          </a:solidFill>
          <a:ln w="14300" cap="flat" cmpd="sng">
            <a:solidFill>
              <a:srgbClr val="00F7FF"/>
            </a:solidFill>
            <a:prstDash val="solid"/>
            <a:round/>
            <a:headEnd type="none" w="sm" len="sm"/>
            <a:tailEnd type="none" w="sm" len="sm"/>
          </a:ln>
          <a:effectLst>
            <a:outerShdw blurRad="47625" sx="102000" sy="102000" algn="ctr" rotWithShape="0">
              <a:srgbClr val="000000">
                <a:alpha val="40000"/>
              </a:srgbClr>
            </a:outerShdw>
          </a:effectLst>
        </p:spPr>
      </p:sp>
      <p:sp>
        <p:nvSpPr>
          <p:cNvPr id="1513" name="Google Shape;1513;g3f173680aaf_49_4734"/>
          <p:cNvSpPr txBox="1">
            <a:spLocks noGrp="1"/>
          </p:cNvSpPr>
          <p:nvPr>
            <p:ph type="body" idx="3"/>
          </p:nvPr>
        </p:nvSpPr>
        <p:spPr>
          <a:xfrm>
            <a:off x="2033410" y="1697815"/>
            <a:ext cx="26826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lvl="0" indent="-2286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F7FF"/>
              </a:buClr>
              <a:buSzPts val="2700"/>
              <a:buNone/>
              <a:defRPr sz="2700" b="1">
                <a:solidFill>
                  <a:srgbClr val="00F7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Mục lục">
  <p:cSld name="1_Mục lục">
    <p:spTree>
      <p:nvGrpSpPr>
        <p:cNvPr id="1" name="Shape 1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" name="Google Shape;1515;g3f173680aaf_49_4761"/>
          <p:cNvSpPr/>
          <p:nvPr/>
        </p:nvSpPr>
        <p:spPr>
          <a:xfrm>
            <a:off x="8607287" y="4680817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16" name="Google Shape;1516;g3f173680aaf_49_4761"/>
          <p:cNvGrpSpPr/>
          <p:nvPr/>
        </p:nvGrpSpPr>
        <p:grpSpPr>
          <a:xfrm rot="10800000">
            <a:off x="6947777" y="4447903"/>
            <a:ext cx="2152257" cy="664889"/>
            <a:chOff x="44974" y="27296"/>
            <a:chExt cx="2869676" cy="886519"/>
          </a:xfrm>
        </p:grpSpPr>
        <p:cxnSp>
          <p:nvCxnSpPr>
            <p:cNvPr id="1517" name="Google Shape;1517;g3f173680aaf_49_4761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518" name="Google Shape;1518;g3f173680aaf_49_4761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519" name="Google Shape;1519;g3f173680aaf_49_4761"/>
            <p:cNvCxnSpPr/>
            <p:nvPr/>
          </p:nvCxnSpPr>
          <p:spPr>
            <a:xfrm rot="10800000">
              <a:off x="52214" y="654015"/>
              <a:ext cx="0" cy="25980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520" name="Google Shape;1520;g3f173680aaf_49_4761"/>
          <p:cNvSpPr txBox="1">
            <a:spLocks noGrp="1"/>
          </p:cNvSpPr>
          <p:nvPr>
            <p:ph type="ftr" idx="11"/>
          </p:nvPr>
        </p:nvSpPr>
        <p:spPr>
          <a:xfrm>
            <a:off x="2599082" y="4849586"/>
            <a:ext cx="3945900" cy="1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grpSp>
        <p:nvGrpSpPr>
          <p:cNvPr id="1521" name="Google Shape;1521;g3f173680aaf_49_4761"/>
          <p:cNvGrpSpPr/>
          <p:nvPr/>
        </p:nvGrpSpPr>
        <p:grpSpPr>
          <a:xfrm>
            <a:off x="-1742644" y="841043"/>
            <a:ext cx="3631000" cy="3790500"/>
            <a:chOff x="-1259888" y="901609"/>
            <a:chExt cx="4841333" cy="5054000"/>
          </a:xfrm>
        </p:grpSpPr>
        <p:grpSp>
          <p:nvGrpSpPr>
            <p:cNvPr id="1522" name="Google Shape;1522;g3f173680aaf_49_4761"/>
            <p:cNvGrpSpPr/>
            <p:nvPr/>
          </p:nvGrpSpPr>
          <p:grpSpPr>
            <a:xfrm>
              <a:off x="-1225468" y="901609"/>
              <a:ext cx="4806913" cy="664514"/>
              <a:chOff x="0" y="901609"/>
              <a:chExt cx="4806913" cy="664514"/>
            </a:xfrm>
          </p:grpSpPr>
          <p:cxnSp>
            <p:nvCxnSpPr>
              <p:cNvPr id="1523" name="Google Shape;1523;g3f173680aaf_49_4761"/>
              <p:cNvCxnSpPr/>
              <p:nvPr/>
            </p:nvCxnSpPr>
            <p:spPr>
              <a:xfrm>
                <a:off x="0" y="1566123"/>
                <a:ext cx="2533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24" name="Google Shape;1524;g3f173680aaf_49_4761"/>
              <p:cNvCxnSpPr/>
              <p:nvPr/>
            </p:nvCxnSpPr>
            <p:spPr>
              <a:xfrm rot="10800000" flipH="1">
                <a:off x="2520285" y="1060023"/>
                <a:ext cx="591300" cy="5061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25" name="Google Shape;1525;g3f173680aaf_49_4761"/>
              <p:cNvCxnSpPr/>
              <p:nvPr/>
            </p:nvCxnSpPr>
            <p:spPr>
              <a:xfrm>
                <a:off x="3111690" y="1059987"/>
                <a:ext cx="13785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526" name="Google Shape;1526;g3f173680aaf_49_4761"/>
              <p:cNvSpPr/>
              <p:nvPr/>
            </p:nvSpPr>
            <p:spPr>
              <a:xfrm>
                <a:off x="4490113" y="901609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6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27" name="Google Shape;1527;g3f173680aaf_49_4761"/>
            <p:cNvGrpSpPr/>
            <p:nvPr/>
          </p:nvGrpSpPr>
          <p:grpSpPr>
            <a:xfrm rot="10800000" flipH="1">
              <a:off x="-1225468" y="5291095"/>
              <a:ext cx="4806913" cy="664514"/>
              <a:chOff x="0" y="1232525"/>
              <a:chExt cx="4806913" cy="664514"/>
            </a:xfrm>
          </p:grpSpPr>
          <p:cxnSp>
            <p:nvCxnSpPr>
              <p:cNvPr id="1528" name="Google Shape;1528;g3f173680aaf_49_4761"/>
              <p:cNvCxnSpPr/>
              <p:nvPr/>
            </p:nvCxnSpPr>
            <p:spPr>
              <a:xfrm>
                <a:off x="0" y="1897039"/>
                <a:ext cx="2533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29" name="Google Shape;1529;g3f173680aaf_49_4761"/>
              <p:cNvCxnSpPr/>
              <p:nvPr/>
            </p:nvCxnSpPr>
            <p:spPr>
              <a:xfrm rot="10800000" flipH="1">
                <a:off x="2520285" y="1390939"/>
                <a:ext cx="591300" cy="5061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30" name="Google Shape;1530;g3f173680aaf_49_4761"/>
              <p:cNvCxnSpPr/>
              <p:nvPr/>
            </p:nvCxnSpPr>
            <p:spPr>
              <a:xfrm>
                <a:off x="3111690" y="1390903"/>
                <a:ext cx="13785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531" name="Google Shape;1531;g3f173680aaf_49_4761"/>
              <p:cNvSpPr/>
              <p:nvPr/>
            </p:nvSpPr>
            <p:spPr>
              <a:xfrm>
                <a:off x="4490113" y="1232525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6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32" name="Google Shape;1532;g3f173680aaf_49_4761"/>
            <p:cNvGrpSpPr/>
            <p:nvPr/>
          </p:nvGrpSpPr>
          <p:grpSpPr>
            <a:xfrm>
              <a:off x="-1225469" y="1860637"/>
              <a:ext cx="3835366" cy="547270"/>
              <a:chOff x="-1" y="1860637"/>
              <a:chExt cx="3835366" cy="547270"/>
            </a:xfrm>
          </p:grpSpPr>
          <p:sp>
            <p:nvSpPr>
              <p:cNvPr id="1533" name="Google Shape;1533;g3f173680aaf_49_4761"/>
              <p:cNvSpPr/>
              <p:nvPr/>
            </p:nvSpPr>
            <p:spPr>
              <a:xfrm>
                <a:off x="3518565" y="1860637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6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534" name="Google Shape;1534;g3f173680aaf_49_4761"/>
              <p:cNvCxnSpPr/>
              <p:nvPr/>
            </p:nvCxnSpPr>
            <p:spPr>
              <a:xfrm>
                <a:off x="-1" y="2407907"/>
                <a:ext cx="19857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35" name="Google Shape;1535;g3f173680aaf_49_4761"/>
              <p:cNvCxnSpPr/>
              <p:nvPr/>
            </p:nvCxnSpPr>
            <p:spPr>
              <a:xfrm rot="10800000" flipH="1">
                <a:off x="1974958" y="2019107"/>
                <a:ext cx="463500" cy="388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36" name="Google Shape;1536;g3f173680aaf_49_4761"/>
              <p:cNvCxnSpPr/>
              <p:nvPr/>
            </p:nvCxnSpPr>
            <p:spPr>
              <a:xfrm>
                <a:off x="2438398" y="2019015"/>
                <a:ext cx="10803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1537" name="Google Shape;1537;g3f173680aaf_49_4761"/>
            <p:cNvGrpSpPr/>
            <p:nvPr/>
          </p:nvGrpSpPr>
          <p:grpSpPr>
            <a:xfrm rot="10800000" flipH="1">
              <a:off x="-1259888" y="4408929"/>
              <a:ext cx="3835366" cy="547270"/>
              <a:chOff x="-1" y="1860637"/>
              <a:chExt cx="3835366" cy="547270"/>
            </a:xfrm>
          </p:grpSpPr>
          <p:sp>
            <p:nvSpPr>
              <p:cNvPr id="1538" name="Google Shape;1538;g3f173680aaf_49_4761"/>
              <p:cNvSpPr/>
              <p:nvPr/>
            </p:nvSpPr>
            <p:spPr>
              <a:xfrm>
                <a:off x="3518565" y="1860637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6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539" name="Google Shape;1539;g3f173680aaf_49_4761"/>
              <p:cNvCxnSpPr/>
              <p:nvPr/>
            </p:nvCxnSpPr>
            <p:spPr>
              <a:xfrm>
                <a:off x="-1" y="2407907"/>
                <a:ext cx="19857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40" name="Google Shape;1540;g3f173680aaf_49_4761"/>
              <p:cNvCxnSpPr/>
              <p:nvPr/>
            </p:nvCxnSpPr>
            <p:spPr>
              <a:xfrm rot="10800000" flipH="1">
                <a:off x="1974958" y="2019107"/>
                <a:ext cx="463500" cy="388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41" name="Google Shape;1541;g3f173680aaf_49_4761"/>
              <p:cNvCxnSpPr/>
              <p:nvPr/>
            </p:nvCxnSpPr>
            <p:spPr>
              <a:xfrm>
                <a:off x="2438398" y="2019015"/>
                <a:ext cx="10803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1542" name="Google Shape;1542;g3f173680aaf_49_4761"/>
            <p:cNvGrpSpPr/>
            <p:nvPr/>
          </p:nvGrpSpPr>
          <p:grpSpPr>
            <a:xfrm>
              <a:off x="-1252333" y="2715185"/>
              <a:ext cx="2776566" cy="436736"/>
              <a:chOff x="-26865" y="2715185"/>
              <a:chExt cx="2776566" cy="436736"/>
            </a:xfrm>
          </p:grpSpPr>
          <p:cxnSp>
            <p:nvCxnSpPr>
              <p:cNvPr id="1543" name="Google Shape;1543;g3f173680aaf_49_4761"/>
              <p:cNvCxnSpPr/>
              <p:nvPr/>
            </p:nvCxnSpPr>
            <p:spPr>
              <a:xfrm>
                <a:off x="-26865" y="3151921"/>
                <a:ext cx="1402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44" name="Google Shape;1544;g3f173680aaf_49_4761"/>
              <p:cNvCxnSpPr/>
              <p:nvPr/>
            </p:nvCxnSpPr>
            <p:spPr>
              <a:xfrm rot="10800000" flipH="1">
                <a:off x="1368303" y="2877121"/>
                <a:ext cx="327300" cy="274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45" name="Google Shape;1545;g3f173680aaf_49_4761"/>
              <p:cNvCxnSpPr/>
              <p:nvPr/>
            </p:nvCxnSpPr>
            <p:spPr>
              <a:xfrm>
                <a:off x="1695690" y="2877197"/>
                <a:ext cx="7632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546" name="Google Shape;1546;g3f173680aaf_49_4761"/>
              <p:cNvSpPr/>
              <p:nvPr/>
            </p:nvSpPr>
            <p:spPr>
              <a:xfrm>
                <a:off x="2432901" y="2715185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6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47" name="Google Shape;1547;g3f173680aaf_49_4761"/>
            <p:cNvGrpSpPr/>
            <p:nvPr/>
          </p:nvGrpSpPr>
          <p:grpSpPr>
            <a:xfrm>
              <a:off x="-1225468" y="3843225"/>
              <a:ext cx="2802416" cy="433146"/>
              <a:chOff x="-34420" y="3843718"/>
              <a:chExt cx="2802416" cy="433146"/>
            </a:xfrm>
          </p:grpSpPr>
          <p:cxnSp>
            <p:nvCxnSpPr>
              <p:cNvPr id="1548" name="Google Shape;1548;g3f173680aaf_49_4761"/>
              <p:cNvCxnSpPr/>
              <p:nvPr/>
            </p:nvCxnSpPr>
            <p:spPr>
              <a:xfrm>
                <a:off x="-34420" y="3843718"/>
                <a:ext cx="1402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49" name="Google Shape;1549;g3f173680aaf_49_4761"/>
              <p:cNvCxnSpPr/>
              <p:nvPr/>
            </p:nvCxnSpPr>
            <p:spPr>
              <a:xfrm>
                <a:off x="1360748" y="3843718"/>
                <a:ext cx="327300" cy="274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50" name="Google Shape;1550;g3f173680aaf_49_4761"/>
              <p:cNvCxnSpPr/>
              <p:nvPr/>
            </p:nvCxnSpPr>
            <p:spPr>
              <a:xfrm>
                <a:off x="1688135" y="4118442"/>
                <a:ext cx="7632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551" name="Google Shape;1551;g3f173680aaf_49_4761"/>
              <p:cNvSpPr/>
              <p:nvPr/>
            </p:nvSpPr>
            <p:spPr>
              <a:xfrm>
                <a:off x="2451196" y="3960064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6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552" name="Google Shape;1552;g3f173680aaf_49_4761"/>
          <p:cNvGrpSpPr/>
          <p:nvPr/>
        </p:nvGrpSpPr>
        <p:grpSpPr>
          <a:xfrm flipH="1">
            <a:off x="7255646" y="841043"/>
            <a:ext cx="3631000" cy="3790500"/>
            <a:chOff x="-1259888" y="901609"/>
            <a:chExt cx="4841333" cy="5054000"/>
          </a:xfrm>
        </p:grpSpPr>
        <p:grpSp>
          <p:nvGrpSpPr>
            <p:cNvPr id="1553" name="Google Shape;1553;g3f173680aaf_49_4761"/>
            <p:cNvGrpSpPr/>
            <p:nvPr/>
          </p:nvGrpSpPr>
          <p:grpSpPr>
            <a:xfrm>
              <a:off x="-1225468" y="901609"/>
              <a:ext cx="4806913" cy="664514"/>
              <a:chOff x="0" y="901609"/>
              <a:chExt cx="4806913" cy="664514"/>
            </a:xfrm>
          </p:grpSpPr>
          <p:cxnSp>
            <p:nvCxnSpPr>
              <p:cNvPr id="1554" name="Google Shape;1554;g3f173680aaf_49_4761"/>
              <p:cNvCxnSpPr/>
              <p:nvPr/>
            </p:nvCxnSpPr>
            <p:spPr>
              <a:xfrm>
                <a:off x="0" y="1566123"/>
                <a:ext cx="2533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55" name="Google Shape;1555;g3f173680aaf_49_4761"/>
              <p:cNvCxnSpPr/>
              <p:nvPr/>
            </p:nvCxnSpPr>
            <p:spPr>
              <a:xfrm rot="10800000" flipH="1">
                <a:off x="2520285" y="1060023"/>
                <a:ext cx="591300" cy="5061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56" name="Google Shape;1556;g3f173680aaf_49_4761"/>
              <p:cNvCxnSpPr/>
              <p:nvPr/>
            </p:nvCxnSpPr>
            <p:spPr>
              <a:xfrm>
                <a:off x="3111690" y="1059987"/>
                <a:ext cx="13785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557" name="Google Shape;1557;g3f173680aaf_49_4761"/>
              <p:cNvSpPr/>
              <p:nvPr/>
            </p:nvSpPr>
            <p:spPr>
              <a:xfrm>
                <a:off x="4490113" y="901609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6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58" name="Google Shape;1558;g3f173680aaf_49_4761"/>
            <p:cNvGrpSpPr/>
            <p:nvPr/>
          </p:nvGrpSpPr>
          <p:grpSpPr>
            <a:xfrm rot="10800000" flipH="1">
              <a:off x="-1225468" y="5291095"/>
              <a:ext cx="4806913" cy="664514"/>
              <a:chOff x="0" y="1232525"/>
              <a:chExt cx="4806913" cy="664514"/>
            </a:xfrm>
          </p:grpSpPr>
          <p:cxnSp>
            <p:nvCxnSpPr>
              <p:cNvPr id="1559" name="Google Shape;1559;g3f173680aaf_49_4761"/>
              <p:cNvCxnSpPr/>
              <p:nvPr/>
            </p:nvCxnSpPr>
            <p:spPr>
              <a:xfrm>
                <a:off x="0" y="1897039"/>
                <a:ext cx="2533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60" name="Google Shape;1560;g3f173680aaf_49_4761"/>
              <p:cNvCxnSpPr/>
              <p:nvPr/>
            </p:nvCxnSpPr>
            <p:spPr>
              <a:xfrm rot="10800000" flipH="1">
                <a:off x="2520285" y="1390939"/>
                <a:ext cx="591300" cy="5061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61" name="Google Shape;1561;g3f173680aaf_49_4761"/>
              <p:cNvCxnSpPr/>
              <p:nvPr/>
            </p:nvCxnSpPr>
            <p:spPr>
              <a:xfrm>
                <a:off x="3111690" y="1390903"/>
                <a:ext cx="13785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562" name="Google Shape;1562;g3f173680aaf_49_4761"/>
              <p:cNvSpPr/>
              <p:nvPr/>
            </p:nvSpPr>
            <p:spPr>
              <a:xfrm>
                <a:off x="4490113" y="1232525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6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63" name="Google Shape;1563;g3f173680aaf_49_4761"/>
            <p:cNvGrpSpPr/>
            <p:nvPr/>
          </p:nvGrpSpPr>
          <p:grpSpPr>
            <a:xfrm>
              <a:off x="-1225469" y="1860637"/>
              <a:ext cx="3835366" cy="547270"/>
              <a:chOff x="-1" y="1860637"/>
              <a:chExt cx="3835366" cy="547270"/>
            </a:xfrm>
          </p:grpSpPr>
          <p:sp>
            <p:nvSpPr>
              <p:cNvPr id="1564" name="Google Shape;1564;g3f173680aaf_49_4761"/>
              <p:cNvSpPr/>
              <p:nvPr/>
            </p:nvSpPr>
            <p:spPr>
              <a:xfrm>
                <a:off x="3518565" y="1860637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6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565" name="Google Shape;1565;g3f173680aaf_49_4761"/>
              <p:cNvCxnSpPr/>
              <p:nvPr/>
            </p:nvCxnSpPr>
            <p:spPr>
              <a:xfrm>
                <a:off x="-1" y="2407907"/>
                <a:ext cx="19857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66" name="Google Shape;1566;g3f173680aaf_49_4761"/>
              <p:cNvCxnSpPr/>
              <p:nvPr/>
            </p:nvCxnSpPr>
            <p:spPr>
              <a:xfrm rot="10800000" flipH="1">
                <a:off x="1974958" y="2019107"/>
                <a:ext cx="463500" cy="388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67" name="Google Shape;1567;g3f173680aaf_49_4761"/>
              <p:cNvCxnSpPr/>
              <p:nvPr/>
            </p:nvCxnSpPr>
            <p:spPr>
              <a:xfrm>
                <a:off x="2438398" y="2019015"/>
                <a:ext cx="10803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1568" name="Google Shape;1568;g3f173680aaf_49_4761"/>
            <p:cNvGrpSpPr/>
            <p:nvPr/>
          </p:nvGrpSpPr>
          <p:grpSpPr>
            <a:xfrm rot="10800000" flipH="1">
              <a:off x="-1259888" y="4408929"/>
              <a:ext cx="3835366" cy="547270"/>
              <a:chOff x="-1" y="1860637"/>
              <a:chExt cx="3835366" cy="547270"/>
            </a:xfrm>
          </p:grpSpPr>
          <p:sp>
            <p:nvSpPr>
              <p:cNvPr id="1569" name="Google Shape;1569;g3f173680aaf_49_4761"/>
              <p:cNvSpPr/>
              <p:nvPr/>
            </p:nvSpPr>
            <p:spPr>
              <a:xfrm>
                <a:off x="3518565" y="1860637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6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570" name="Google Shape;1570;g3f173680aaf_49_4761"/>
              <p:cNvCxnSpPr/>
              <p:nvPr/>
            </p:nvCxnSpPr>
            <p:spPr>
              <a:xfrm>
                <a:off x="-1" y="2407907"/>
                <a:ext cx="19857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71" name="Google Shape;1571;g3f173680aaf_49_4761"/>
              <p:cNvCxnSpPr/>
              <p:nvPr/>
            </p:nvCxnSpPr>
            <p:spPr>
              <a:xfrm rot="10800000" flipH="1">
                <a:off x="1974958" y="2019107"/>
                <a:ext cx="463500" cy="388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72" name="Google Shape;1572;g3f173680aaf_49_4761"/>
              <p:cNvCxnSpPr/>
              <p:nvPr/>
            </p:nvCxnSpPr>
            <p:spPr>
              <a:xfrm>
                <a:off x="2438398" y="2019015"/>
                <a:ext cx="10803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1573" name="Google Shape;1573;g3f173680aaf_49_4761"/>
            <p:cNvGrpSpPr/>
            <p:nvPr/>
          </p:nvGrpSpPr>
          <p:grpSpPr>
            <a:xfrm>
              <a:off x="-1252333" y="2715185"/>
              <a:ext cx="2776566" cy="436736"/>
              <a:chOff x="-26865" y="2715185"/>
              <a:chExt cx="2776566" cy="436736"/>
            </a:xfrm>
          </p:grpSpPr>
          <p:cxnSp>
            <p:nvCxnSpPr>
              <p:cNvPr id="1574" name="Google Shape;1574;g3f173680aaf_49_4761"/>
              <p:cNvCxnSpPr/>
              <p:nvPr/>
            </p:nvCxnSpPr>
            <p:spPr>
              <a:xfrm>
                <a:off x="-26865" y="3151921"/>
                <a:ext cx="1402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75" name="Google Shape;1575;g3f173680aaf_49_4761"/>
              <p:cNvCxnSpPr/>
              <p:nvPr/>
            </p:nvCxnSpPr>
            <p:spPr>
              <a:xfrm rot="10800000" flipH="1">
                <a:off x="1368303" y="2877121"/>
                <a:ext cx="327300" cy="274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76" name="Google Shape;1576;g3f173680aaf_49_4761"/>
              <p:cNvCxnSpPr/>
              <p:nvPr/>
            </p:nvCxnSpPr>
            <p:spPr>
              <a:xfrm>
                <a:off x="1695690" y="2877197"/>
                <a:ext cx="7632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577" name="Google Shape;1577;g3f173680aaf_49_4761"/>
              <p:cNvSpPr/>
              <p:nvPr/>
            </p:nvSpPr>
            <p:spPr>
              <a:xfrm>
                <a:off x="2432901" y="2715185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6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78" name="Google Shape;1578;g3f173680aaf_49_4761"/>
            <p:cNvGrpSpPr/>
            <p:nvPr/>
          </p:nvGrpSpPr>
          <p:grpSpPr>
            <a:xfrm>
              <a:off x="-1225468" y="3843225"/>
              <a:ext cx="2802416" cy="433146"/>
              <a:chOff x="-34420" y="3843718"/>
              <a:chExt cx="2802416" cy="433146"/>
            </a:xfrm>
          </p:grpSpPr>
          <p:cxnSp>
            <p:nvCxnSpPr>
              <p:cNvPr id="1579" name="Google Shape;1579;g3f173680aaf_49_4761"/>
              <p:cNvCxnSpPr/>
              <p:nvPr/>
            </p:nvCxnSpPr>
            <p:spPr>
              <a:xfrm>
                <a:off x="-34420" y="3843718"/>
                <a:ext cx="1402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80" name="Google Shape;1580;g3f173680aaf_49_4761"/>
              <p:cNvCxnSpPr/>
              <p:nvPr/>
            </p:nvCxnSpPr>
            <p:spPr>
              <a:xfrm>
                <a:off x="1360748" y="3843718"/>
                <a:ext cx="327300" cy="274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581" name="Google Shape;1581;g3f173680aaf_49_4761"/>
              <p:cNvCxnSpPr/>
              <p:nvPr/>
            </p:nvCxnSpPr>
            <p:spPr>
              <a:xfrm>
                <a:off x="1688135" y="4118442"/>
                <a:ext cx="7632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582" name="Google Shape;1582;g3f173680aaf_49_4761"/>
              <p:cNvSpPr/>
              <p:nvPr/>
            </p:nvSpPr>
            <p:spPr>
              <a:xfrm>
                <a:off x="2451196" y="3960064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6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583" name="Google Shape;1583;g3f173680aaf_49_4761"/>
          <p:cNvSpPr/>
          <p:nvPr/>
        </p:nvSpPr>
        <p:spPr>
          <a:xfrm>
            <a:off x="62038" y="4937355"/>
            <a:ext cx="175500" cy="175500"/>
          </a:xfrm>
          <a:prstGeom prst="ellipse">
            <a:avLst/>
          </a:prstGeom>
          <a:gradFill>
            <a:gsLst>
              <a:gs pos="0">
                <a:srgbClr val="0072FF"/>
              </a:gs>
              <a:gs pos="99000">
                <a:srgbClr val="00C6FF"/>
              </a:gs>
              <a:gs pos="100000">
                <a:srgbClr val="00C6FF"/>
              </a:gs>
            </a:gsLst>
            <a:lin ang="2700006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4" name="Google Shape;1584;g3f173680aaf_49_4761"/>
          <p:cNvSpPr txBox="1">
            <a:spLocks noGrp="1"/>
          </p:cNvSpPr>
          <p:nvPr>
            <p:ph type="sldNum" idx="12"/>
          </p:nvPr>
        </p:nvSpPr>
        <p:spPr>
          <a:xfrm>
            <a:off x="43895" y="4924800"/>
            <a:ext cx="218700" cy="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85" name="Google Shape;1585;g3f173680aaf_49_4761"/>
          <p:cNvSpPr txBox="1"/>
          <p:nvPr/>
        </p:nvSpPr>
        <p:spPr>
          <a:xfrm>
            <a:off x="3526973" y="480061"/>
            <a:ext cx="2271600" cy="484800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68575" tIns="34275" rIns="68575" bIns="3427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endParaRPr sz="2700" b="1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6" name="Google Shape;1586;g3f173680aaf_49_4761"/>
          <p:cNvSpPr txBox="1">
            <a:spLocks noGrp="1"/>
          </p:cNvSpPr>
          <p:nvPr>
            <p:ph type="body" idx="1"/>
          </p:nvPr>
        </p:nvSpPr>
        <p:spPr>
          <a:xfrm>
            <a:off x="1525424" y="1169261"/>
            <a:ext cx="6093300" cy="3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3619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AutoNum type="arabicPeriod"/>
              <a:defRPr sz="210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87" name="Google Shape;1587;g3f173680aaf_49_4761"/>
          <p:cNvSpPr/>
          <p:nvPr/>
        </p:nvSpPr>
        <p:spPr>
          <a:xfrm rot="10800000">
            <a:off x="13" y="83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88" name="Google Shape;1588;g3f173680aaf_49_4761"/>
          <p:cNvGrpSpPr/>
          <p:nvPr/>
        </p:nvGrpSpPr>
        <p:grpSpPr>
          <a:xfrm>
            <a:off x="43967" y="30708"/>
            <a:ext cx="2152257" cy="664889"/>
            <a:chOff x="44974" y="27296"/>
            <a:chExt cx="2869676" cy="886519"/>
          </a:xfrm>
        </p:grpSpPr>
        <p:cxnSp>
          <p:nvCxnSpPr>
            <p:cNvPr id="1589" name="Google Shape;1589;g3f173680aaf_49_4761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590" name="Google Shape;1590;g3f173680aaf_49_4761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591" name="Google Shape;1591;g3f173680aaf_49_4761"/>
            <p:cNvCxnSpPr/>
            <p:nvPr/>
          </p:nvCxnSpPr>
          <p:spPr>
            <a:xfrm rot="10800000">
              <a:off x="52214" y="654015"/>
              <a:ext cx="0" cy="2598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1592" name="Google Shape;1592;g3f173680aaf_49_4761"/>
          <p:cNvSpPr txBox="1">
            <a:spLocks noGrp="1"/>
          </p:cNvSpPr>
          <p:nvPr>
            <p:ph type="dt" idx="10"/>
          </p:nvPr>
        </p:nvSpPr>
        <p:spPr>
          <a:xfrm>
            <a:off x="597017" y="4840976"/>
            <a:ext cx="15993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93" name="Google Shape;1593;g3f173680aaf_49_4761"/>
          <p:cNvSpPr txBox="1">
            <a:spLocks noGrp="1"/>
          </p:cNvSpPr>
          <p:nvPr>
            <p:ph type="body" idx="2"/>
          </p:nvPr>
        </p:nvSpPr>
        <p:spPr>
          <a:xfrm>
            <a:off x="3644797" y="550984"/>
            <a:ext cx="20361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27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94" name="Google Shape;1594;g3f173680aaf_49_4761"/>
          <p:cNvSpPr/>
          <p:nvPr/>
        </p:nvSpPr>
        <p:spPr>
          <a:xfrm>
            <a:off x="8692153" y="79409"/>
            <a:ext cx="366980" cy="303866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êu đề chương">
  <p:cSld name="Tiêu đề chương">
    <p:spTree>
      <p:nvGrpSpPr>
        <p:cNvPr id="1" name="Shape 1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6" name="Google Shape;1596;g3f173680aaf_49_4842" descr="Background patter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-1"/>
            <a:ext cx="9144001" cy="514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597" name="Google Shape;1597;g3f173680aaf_49_4842"/>
          <p:cNvSpPr/>
          <p:nvPr/>
        </p:nvSpPr>
        <p:spPr>
          <a:xfrm>
            <a:off x="-1" y="-2335"/>
            <a:ext cx="9144000" cy="5143500"/>
          </a:xfrm>
          <a:prstGeom prst="rect">
            <a:avLst/>
          </a:prstGeom>
          <a:gradFill>
            <a:gsLst>
              <a:gs pos="0">
                <a:srgbClr val="0A4671">
                  <a:alpha val="74901"/>
                </a:srgbClr>
              </a:gs>
              <a:gs pos="100000">
                <a:srgbClr val="0A467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8" name="Google Shape;1598;g3f173680aaf_49_4842"/>
          <p:cNvSpPr/>
          <p:nvPr/>
        </p:nvSpPr>
        <p:spPr>
          <a:xfrm rot="10800000">
            <a:off x="13" y="83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99" name="Google Shape;1599;g3f173680aaf_49_4842"/>
          <p:cNvGrpSpPr/>
          <p:nvPr/>
        </p:nvGrpSpPr>
        <p:grpSpPr>
          <a:xfrm>
            <a:off x="43967" y="30708"/>
            <a:ext cx="2152257" cy="1172534"/>
            <a:chOff x="44974" y="27296"/>
            <a:chExt cx="2869676" cy="1563379"/>
          </a:xfrm>
        </p:grpSpPr>
        <p:cxnSp>
          <p:nvCxnSpPr>
            <p:cNvPr id="1600" name="Google Shape;1600;g3f173680aaf_49_4842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F7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601" name="Google Shape;1601;g3f173680aaf_49_4842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F7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602" name="Google Shape;1602;g3f173680aaf_49_4842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flat" cmpd="sng">
              <a:solidFill>
                <a:srgbClr val="00F7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1603" name="Google Shape;1603;g3f173680aaf_49_4842"/>
          <p:cNvSpPr/>
          <p:nvPr/>
        </p:nvSpPr>
        <p:spPr>
          <a:xfrm>
            <a:off x="8607287" y="4680817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04" name="Google Shape;1604;g3f173680aaf_49_4842"/>
          <p:cNvGrpSpPr/>
          <p:nvPr/>
        </p:nvGrpSpPr>
        <p:grpSpPr>
          <a:xfrm rot="10800000">
            <a:off x="6947777" y="3940258"/>
            <a:ext cx="2152257" cy="1172534"/>
            <a:chOff x="44974" y="27296"/>
            <a:chExt cx="2869676" cy="1563379"/>
          </a:xfrm>
        </p:grpSpPr>
        <p:cxnSp>
          <p:nvCxnSpPr>
            <p:cNvPr id="1605" name="Google Shape;1605;g3f173680aaf_49_4842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06" name="Google Shape;1606;g3f173680aaf_49_4842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07" name="Google Shape;1607;g3f173680aaf_49_4842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608" name="Google Shape;1608;g3f173680aaf_49_4842"/>
          <p:cNvSpPr/>
          <p:nvPr/>
        </p:nvSpPr>
        <p:spPr>
          <a:xfrm>
            <a:off x="8692153" y="79409"/>
            <a:ext cx="366980" cy="303866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9" name="Google Shape;1609;g3f173680aaf_49_4842"/>
          <p:cNvSpPr txBox="1">
            <a:spLocks noGrp="1"/>
          </p:cNvSpPr>
          <p:nvPr>
            <p:ph type="body" idx="1"/>
          </p:nvPr>
        </p:nvSpPr>
        <p:spPr>
          <a:xfrm>
            <a:off x="1103197" y="1571270"/>
            <a:ext cx="7455900" cy="6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F7FF"/>
              </a:buClr>
              <a:buSzPts val="3300"/>
              <a:buNone/>
              <a:defRPr sz="3300" b="1">
                <a:solidFill>
                  <a:srgbClr val="00F7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10" name="Google Shape;1610;g3f173680aaf_49_4842"/>
          <p:cNvSpPr txBox="1">
            <a:spLocks noGrp="1"/>
          </p:cNvSpPr>
          <p:nvPr>
            <p:ph type="body" idx="2"/>
          </p:nvPr>
        </p:nvSpPr>
        <p:spPr>
          <a:xfrm>
            <a:off x="1103197" y="2376869"/>
            <a:ext cx="7455900" cy="5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11" name="Google Shape;1611;g3f173680aaf_49_4842"/>
          <p:cNvSpPr txBox="1">
            <a:spLocks noGrp="1"/>
          </p:cNvSpPr>
          <p:nvPr>
            <p:ph type="body" idx="3"/>
          </p:nvPr>
        </p:nvSpPr>
        <p:spPr>
          <a:xfrm>
            <a:off x="1103197" y="3103048"/>
            <a:ext cx="5360100" cy="6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12" name="Google Shape;1612;g3f173680aaf_49_4842"/>
          <p:cNvSpPr txBox="1">
            <a:spLocks noGrp="1"/>
          </p:cNvSpPr>
          <p:nvPr>
            <p:ph type="body" idx="4"/>
          </p:nvPr>
        </p:nvSpPr>
        <p:spPr>
          <a:xfrm>
            <a:off x="6672432" y="3923927"/>
            <a:ext cx="18909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F7FF"/>
              </a:buClr>
              <a:buSzPts val="9000"/>
              <a:buNone/>
              <a:defRPr sz="9000" b="1">
                <a:solidFill>
                  <a:srgbClr val="00F7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cxnSp>
        <p:nvCxnSpPr>
          <p:cNvPr id="1613" name="Google Shape;1613;g3f173680aaf_49_4842"/>
          <p:cNvCxnSpPr/>
          <p:nvPr/>
        </p:nvCxnSpPr>
        <p:spPr>
          <a:xfrm>
            <a:off x="1180617" y="2234762"/>
            <a:ext cx="2673600" cy="0"/>
          </a:xfrm>
          <a:prstGeom prst="straightConnector1">
            <a:avLst/>
          </a:prstGeom>
          <a:noFill/>
          <a:ln w="19050" cap="rnd" cmpd="sng">
            <a:solidFill>
              <a:srgbClr val="00F7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14" name="Google Shape;1614;g3f173680aaf_49_4842"/>
          <p:cNvSpPr txBox="1">
            <a:spLocks noGrp="1"/>
          </p:cNvSpPr>
          <p:nvPr>
            <p:ph type="dt" idx="10"/>
          </p:nvPr>
        </p:nvSpPr>
        <p:spPr>
          <a:xfrm>
            <a:off x="4545225" y="4861235"/>
            <a:ext cx="1567500" cy="1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15" name="Google Shape;1615;g3f173680aaf_49_4842"/>
          <p:cNvSpPr txBox="1">
            <a:spLocks noGrp="1"/>
          </p:cNvSpPr>
          <p:nvPr>
            <p:ph type="ftr" idx="11"/>
          </p:nvPr>
        </p:nvSpPr>
        <p:spPr>
          <a:xfrm>
            <a:off x="628650" y="4861235"/>
            <a:ext cx="3357000" cy="1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grpSp>
        <p:nvGrpSpPr>
          <p:cNvPr id="1616" name="Google Shape;1616;g3f173680aaf_49_4842"/>
          <p:cNvGrpSpPr/>
          <p:nvPr/>
        </p:nvGrpSpPr>
        <p:grpSpPr>
          <a:xfrm>
            <a:off x="12020" y="3471966"/>
            <a:ext cx="325800" cy="1671646"/>
            <a:chOff x="16026" y="4629289"/>
            <a:chExt cx="434400" cy="2228861"/>
          </a:xfrm>
        </p:grpSpPr>
        <p:sp>
          <p:nvSpPr>
            <p:cNvPr id="1617" name="Google Shape;1617;g3f173680aaf_49_4842"/>
            <p:cNvSpPr/>
            <p:nvPr/>
          </p:nvSpPr>
          <p:spPr>
            <a:xfrm>
              <a:off x="16026" y="4629289"/>
              <a:ext cx="434400" cy="34710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8" name="Google Shape;1618;g3f173680aaf_49_4842"/>
            <p:cNvSpPr/>
            <p:nvPr/>
          </p:nvSpPr>
          <p:spPr>
            <a:xfrm>
              <a:off x="16026" y="5005641"/>
              <a:ext cx="434400" cy="34710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9" name="Google Shape;1619;g3f173680aaf_49_4842"/>
            <p:cNvSpPr/>
            <p:nvPr/>
          </p:nvSpPr>
          <p:spPr>
            <a:xfrm>
              <a:off x="16026" y="5381993"/>
              <a:ext cx="434400" cy="34710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0" name="Google Shape;1620;g3f173680aaf_49_4842"/>
            <p:cNvSpPr/>
            <p:nvPr/>
          </p:nvSpPr>
          <p:spPr>
            <a:xfrm>
              <a:off x="16026" y="5758345"/>
              <a:ext cx="434400" cy="34710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1" name="Google Shape;1621;g3f173680aaf_49_4842"/>
            <p:cNvSpPr/>
            <p:nvPr/>
          </p:nvSpPr>
          <p:spPr>
            <a:xfrm>
              <a:off x="16026" y="6134697"/>
              <a:ext cx="434400" cy="34710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2" name="Google Shape;1622;g3f173680aaf_49_4842"/>
            <p:cNvSpPr/>
            <p:nvPr/>
          </p:nvSpPr>
          <p:spPr>
            <a:xfrm>
              <a:off x="16026" y="6511050"/>
              <a:ext cx="434400" cy="34710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23" name="Google Shape;1623;g3f173680aaf_49_4842"/>
          <p:cNvSpPr/>
          <p:nvPr/>
        </p:nvSpPr>
        <p:spPr>
          <a:xfrm>
            <a:off x="71406" y="4937363"/>
            <a:ext cx="175500" cy="175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4" name="Google Shape;1624;g3f173680aaf_49_4842"/>
          <p:cNvSpPr txBox="1">
            <a:spLocks noGrp="1"/>
          </p:cNvSpPr>
          <p:nvPr>
            <p:ph type="sldNum" idx="12"/>
          </p:nvPr>
        </p:nvSpPr>
        <p:spPr>
          <a:xfrm>
            <a:off x="49396" y="4906662"/>
            <a:ext cx="219300" cy="2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25" name="Google Shape;1625;g3f173680aaf_49_4842" descr="Background patter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-1"/>
            <a:ext cx="9144001" cy="514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626" name="Google Shape;1626;g3f173680aaf_49_484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0A4671">
                  <a:alpha val="74901"/>
                </a:srgbClr>
              </a:gs>
              <a:gs pos="100000">
                <a:srgbClr val="0A467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7" name="Google Shape;1627;g3f173680aaf_49_4842"/>
          <p:cNvSpPr/>
          <p:nvPr/>
        </p:nvSpPr>
        <p:spPr>
          <a:xfrm>
            <a:off x="12019" y="3471967"/>
            <a:ext cx="325800" cy="260400"/>
          </a:xfrm>
          <a:prstGeom prst="rect">
            <a:avLst/>
          </a:prstGeom>
          <a:solidFill>
            <a:srgbClr val="00F7FF"/>
          </a:solidFill>
          <a:ln w="9525" cap="flat" cmpd="sng">
            <a:solidFill>
              <a:srgbClr val="00F7F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8" name="Google Shape;1628;g3f173680aaf_49_4842"/>
          <p:cNvSpPr/>
          <p:nvPr/>
        </p:nvSpPr>
        <p:spPr>
          <a:xfrm>
            <a:off x="12019" y="3754231"/>
            <a:ext cx="325800" cy="260400"/>
          </a:xfrm>
          <a:prstGeom prst="rect">
            <a:avLst/>
          </a:prstGeom>
          <a:solidFill>
            <a:srgbClr val="00F7FF"/>
          </a:solidFill>
          <a:ln w="9525" cap="flat" cmpd="sng">
            <a:solidFill>
              <a:srgbClr val="00F7F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9" name="Google Shape;1629;g3f173680aaf_49_4842"/>
          <p:cNvSpPr/>
          <p:nvPr/>
        </p:nvSpPr>
        <p:spPr>
          <a:xfrm>
            <a:off x="12019" y="4036495"/>
            <a:ext cx="325800" cy="260400"/>
          </a:xfrm>
          <a:prstGeom prst="rect">
            <a:avLst/>
          </a:prstGeom>
          <a:solidFill>
            <a:srgbClr val="00F7FF"/>
          </a:solidFill>
          <a:ln w="9525" cap="flat" cmpd="sng">
            <a:solidFill>
              <a:srgbClr val="00F7F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0" name="Google Shape;1630;g3f173680aaf_49_4842"/>
          <p:cNvSpPr/>
          <p:nvPr/>
        </p:nvSpPr>
        <p:spPr>
          <a:xfrm>
            <a:off x="12019" y="4318759"/>
            <a:ext cx="325800" cy="260400"/>
          </a:xfrm>
          <a:prstGeom prst="rect">
            <a:avLst/>
          </a:prstGeom>
          <a:noFill/>
          <a:ln w="9525" cap="flat" cmpd="sng">
            <a:solidFill>
              <a:srgbClr val="00F7F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1" name="Google Shape;1631;g3f173680aaf_49_4842"/>
          <p:cNvSpPr/>
          <p:nvPr/>
        </p:nvSpPr>
        <p:spPr>
          <a:xfrm>
            <a:off x="12019" y="4601023"/>
            <a:ext cx="325800" cy="260400"/>
          </a:xfrm>
          <a:prstGeom prst="rect">
            <a:avLst/>
          </a:prstGeom>
          <a:noFill/>
          <a:ln w="9525" cap="flat" cmpd="sng">
            <a:solidFill>
              <a:srgbClr val="00F7F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2" name="Google Shape;1632;g3f173680aaf_49_4842"/>
          <p:cNvSpPr/>
          <p:nvPr/>
        </p:nvSpPr>
        <p:spPr>
          <a:xfrm>
            <a:off x="12019" y="4883288"/>
            <a:ext cx="325800" cy="260400"/>
          </a:xfrm>
          <a:prstGeom prst="rect">
            <a:avLst/>
          </a:prstGeom>
          <a:noFill/>
          <a:ln w="9525" cap="flat" cmpd="sng">
            <a:solidFill>
              <a:srgbClr val="00F7F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3" name="Google Shape;1633;g3f173680aaf_49_4842"/>
          <p:cNvSpPr/>
          <p:nvPr/>
        </p:nvSpPr>
        <p:spPr>
          <a:xfrm rot="10800000">
            <a:off x="13" y="83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34" name="Google Shape;1634;g3f173680aaf_49_4842"/>
          <p:cNvGrpSpPr/>
          <p:nvPr/>
        </p:nvGrpSpPr>
        <p:grpSpPr>
          <a:xfrm>
            <a:off x="43967" y="30708"/>
            <a:ext cx="2152257" cy="1172534"/>
            <a:chOff x="44974" y="27296"/>
            <a:chExt cx="2869676" cy="1563379"/>
          </a:xfrm>
        </p:grpSpPr>
        <p:cxnSp>
          <p:nvCxnSpPr>
            <p:cNvPr id="1635" name="Google Shape;1635;g3f173680aaf_49_4842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F7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636" name="Google Shape;1636;g3f173680aaf_49_4842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F7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637" name="Google Shape;1637;g3f173680aaf_49_4842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flat" cmpd="sng">
              <a:solidFill>
                <a:srgbClr val="00F7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1638" name="Google Shape;1638;g3f173680aaf_49_4842"/>
          <p:cNvSpPr/>
          <p:nvPr/>
        </p:nvSpPr>
        <p:spPr>
          <a:xfrm>
            <a:off x="8607287" y="4680817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39" name="Google Shape;1639;g3f173680aaf_49_4842"/>
          <p:cNvGrpSpPr/>
          <p:nvPr/>
        </p:nvGrpSpPr>
        <p:grpSpPr>
          <a:xfrm rot="10800000">
            <a:off x="6947777" y="3940258"/>
            <a:ext cx="2152257" cy="1172534"/>
            <a:chOff x="44974" y="27296"/>
            <a:chExt cx="2869676" cy="1563379"/>
          </a:xfrm>
        </p:grpSpPr>
        <p:cxnSp>
          <p:nvCxnSpPr>
            <p:cNvPr id="1640" name="Google Shape;1640;g3f173680aaf_49_4842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41" name="Google Shape;1641;g3f173680aaf_49_4842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42" name="Google Shape;1642;g3f173680aaf_49_4842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643" name="Google Shape;1643;g3f173680aaf_49_4842"/>
          <p:cNvSpPr/>
          <p:nvPr/>
        </p:nvSpPr>
        <p:spPr>
          <a:xfrm>
            <a:off x="8692153" y="79409"/>
            <a:ext cx="366980" cy="303866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4" name="Google Shape;1644;g3f173680aaf_49_4842"/>
          <p:cNvSpPr txBox="1">
            <a:spLocks noGrp="1"/>
          </p:cNvSpPr>
          <p:nvPr>
            <p:ph type="sldNum" idx="5"/>
          </p:nvPr>
        </p:nvSpPr>
        <p:spPr>
          <a:xfrm>
            <a:off x="8924544" y="4906662"/>
            <a:ext cx="219300" cy="2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45" name="Google Shape;1645;g3f173680aaf_49_4842"/>
          <p:cNvSpPr txBox="1">
            <a:spLocks noGrp="1"/>
          </p:cNvSpPr>
          <p:nvPr>
            <p:ph type="body" idx="6"/>
          </p:nvPr>
        </p:nvSpPr>
        <p:spPr>
          <a:xfrm>
            <a:off x="1103197" y="1571270"/>
            <a:ext cx="4698300" cy="6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F7FF"/>
              </a:buClr>
              <a:buSzPts val="3300"/>
              <a:buNone/>
              <a:defRPr sz="3300" b="1">
                <a:solidFill>
                  <a:srgbClr val="00F7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46" name="Google Shape;1646;g3f173680aaf_49_4842"/>
          <p:cNvSpPr txBox="1">
            <a:spLocks noGrp="1"/>
          </p:cNvSpPr>
          <p:nvPr>
            <p:ph type="body" idx="7"/>
          </p:nvPr>
        </p:nvSpPr>
        <p:spPr>
          <a:xfrm>
            <a:off x="1103197" y="2376869"/>
            <a:ext cx="6685500" cy="5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47" name="Google Shape;1647;g3f173680aaf_49_4842"/>
          <p:cNvSpPr txBox="1">
            <a:spLocks noGrp="1"/>
          </p:cNvSpPr>
          <p:nvPr>
            <p:ph type="body" idx="8"/>
          </p:nvPr>
        </p:nvSpPr>
        <p:spPr>
          <a:xfrm>
            <a:off x="1103197" y="3103048"/>
            <a:ext cx="5360100" cy="6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cxnSp>
        <p:nvCxnSpPr>
          <p:cNvPr id="1648" name="Google Shape;1648;g3f173680aaf_49_4842"/>
          <p:cNvCxnSpPr/>
          <p:nvPr/>
        </p:nvCxnSpPr>
        <p:spPr>
          <a:xfrm>
            <a:off x="1180617" y="2234762"/>
            <a:ext cx="2673600" cy="0"/>
          </a:xfrm>
          <a:prstGeom prst="straightConnector1">
            <a:avLst/>
          </a:prstGeom>
          <a:noFill/>
          <a:ln w="19050" cap="rnd" cmpd="sng">
            <a:solidFill>
              <a:srgbClr val="00F7F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 sanh 1">
  <p:cSld name="So sanh 1">
    <p:spTree>
      <p:nvGrpSpPr>
        <p:cNvPr id="1" name="Shape 1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0" name="Google Shape;1650;g3f173680aaf_49_4896"/>
          <p:cNvSpPr/>
          <p:nvPr/>
        </p:nvSpPr>
        <p:spPr>
          <a:xfrm rot="10800000">
            <a:off x="-1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1" name="Google Shape;1651;g3f173680aaf_49_4896"/>
          <p:cNvSpPr/>
          <p:nvPr/>
        </p:nvSpPr>
        <p:spPr>
          <a:xfrm rot="10800000">
            <a:off x="13" y="83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52" name="Google Shape;1652;g3f173680aaf_49_4896"/>
          <p:cNvGrpSpPr/>
          <p:nvPr/>
        </p:nvGrpSpPr>
        <p:grpSpPr>
          <a:xfrm>
            <a:off x="43967" y="40719"/>
            <a:ext cx="2152257" cy="1172534"/>
            <a:chOff x="44974" y="27296"/>
            <a:chExt cx="2869676" cy="1563379"/>
          </a:xfrm>
        </p:grpSpPr>
        <p:cxnSp>
          <p:nvCxnSpPr>
            <p:cNvPr id="1653" name="Google Shape;1653;g3f173680aaf_49_4896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654" name="Google Shape;1654;g3f173680aaf_49_4896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655" name="Google Shape;1655;g3f173680aaf_49_4896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1656" name="Google Shape;1656;g3f173680aaf_49_4896"/>
          <p:cNvSpPr/>
          <p:nvPr/>
        </p:nvSpPr>
        <p:spPr>
          <a:xfrm>
            <a:off x="8607287" y="4680817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7" name="Google Shape;1657;g3f173680aaf_49_4896"/>
          <p:cNvSpPr txBox="1">
            <a:spLocks noGrp="1"/>
          </p:cNvSpPr>
          <p:nvPr>
            <p:ph type="body" idx="1"/>
          </p:nvPr>
        </p:nvSpPr>
        <p:spPr>
          <a:xfrm>
            <a:off x="580608" y="925369"/>
            <a:ext cx="3901500" cy="3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58" name="Google Shape;1658;g3f173680aaf_49_4896"/>
          <p:cNvSpPr txBox="1">
            <a:spLocks noGrp="1"/>
          </p:cNvSpPr>
          <p:nvPr>
            <p:ph type="ftr" idx="11"/>
          </p:nvPr>
        </p:nvSpPr>
        <p:spPr>
          <a:xfrm>
            <a:off x="580610" y="4856715"/>
            <a:ext cx="32340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grpSp>
        <p:nvGrpSpPr>
          <p:cNvPr id="1659" name="Google Shape;1659;g3f173680aaf_49_4896"/>
          <p:cNvGrpSpPr/>
          <p:nvPr/>
        </p:nvGrpSpPr>
        <p:grpSpPr>
          <a:xfrm>
            <a:off x="12020" y="3471966"/>
            <a:ext cx="325800" cy="1671646"/>
            <a:chOff x="16026" y="4629289"/>
            <a:chExt cx="434400" cy="2228861"/>
          </a:xfrm>
        </p:grpSpPr>
        <p:sp>
          <p:nvSpPr>
            <p:cNvPr id="1660" name="Google Shape;1660;g3f173680aaf_49_4896"/>
            <p:cNvSpPr/>
            <p:nvPr/>
          </p:nvSpPr>
          <p:spPr>
            <a:xfrm>
              <a:off x="16026" y="4629289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1" name="Google Shape;1661;g3f173680aaf_49_4896"/>
            <p:cNvSpPr/>
            <p:nvPr/>
          </p:nvSpPr>
          <p:spPr>
            <a:xfrm>
              <a:off x="16026" y="5005641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2" name="Google Shape;1662;g3f173680aaf_49_4896"/>
            <p:cNvSpPr/>
            <p:nvPr/>
          </p:nvSpPr>
          <p:spPr>
            <a:xfrm>
              <a:off x="16026" y="5381993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3" name="Google Shape;1663;g3f173680aaf_49_4896"/>
            <p:cNvSpPr/>
            <p:nvPr/>
          </p:nvSpPr>
          <p:spPr>
            <a:xfrm>
              <a:off x="16026" y="5758345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4" name="Google Shape;1664;g3f173680aaf_49_4896"/>
            <p:cNvSpPr/>
            <p:nvPr/>
          </p:nvSpPr>
          <p:spPr>
            <a:xfrm>
              <a:off x="16026" y="6134697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5" name="Google Shape;1665;g3f173680aaf_49_4896"/>
            <p:cNvSpPr/>
            <p:nvPr/>
          </p:nvSpPr>
          <p:spPr>
            <a:xfrm>
              <a:off x="16026" y="6511050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66" name="Google Shape;1666;g3f173680aaf_49_4896"/>
          <p:cNvSpPr txBox="1">
            <a:spLocks noGrp="1"/>
          </p:cNvSpPr>
          <p:nvPr>
            <p:ph type="dt" idx="10"/>
          </p:nvPr>
        </p:nvSpPr>
        <p:spPr>
          <a:xfrm>
            <a:off x="4835585" y="4856715"/>
            <a:ext cx="15675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67" name="Google Shape;1667;g3f173680aaf_49_4896"/>
          <p:cNvSpPr/>
          <p:nvPr/>
        </p:nvSpPr>
        <p:spPr>
          <a:xfrm>
            <a:off x="8692153" y="79409"/>
            <a:ext cx="366980" cy="303866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8" name="Google Shape;1668;g3f173680aaf_49_4896"/>
          <p:cNvSpPr/>
          <p:nvPr/>
        </p:nvSpPr>
        <p:spPr>
          <a:xfrm>
            <a:off x="69722" y="4907206"/>
            <a:ext cx="210300" cy="2103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9" name="Google Shape;1669;g3f173680aaf_49_4896"/>
          <p:cNvSpPr txBox="1">
            <a:spLocks noGrp="1"/>
          </p:cNvSpPr>
          <p:nvPr>
            <p:ph type="sldNum" idx="12"/>
          </p:nvPr>
        </p:nvSpPr>
        <p:spPr>
          <a:xfrm>
            <a:off x="43785" y="4881269"/>
            <a:ext cx="2622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670" name="Google Shape;1670;g3f173680aaf_49_4896"/>
          <p:cNvGrpSpPr/>
          <p:nvPr/>
        </p:nvGrpSpPr>
        <p:grpSpPr>
          <a:xfrm rot="10800000">
            <a:off x="6949022" y="3934533"/>
            <a:ext cx="2152257" cy="1172534"/>
            <a:chOff x="44974" y="27296"/>
            <a:chExt cx="2869676" cy="1563379"/>
          </a:xfrm>
        </p:grpSpPr>
        <p:cxnSp>
          <p:nvCxnSpPr>
            <p:cNvPr id="1671" name="Google Shape;1671;g3f173680aaf_49_4896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672" name="Google Shape;1672;g3f173680aaf_49_4896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673" name="Google Shape;1673;g3f173680aaf_49_4896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1674" name="Google Shape;1674;g3f173680aaf_49_4896"/>
          <p:cNvSpPr txBox="1">
            <a:spLocks noGrp="1"/>
          </p:cNvSpPr>
          <p:nvPr>
            <p:ph type="body" idx="2"/>
          </p:nvPr>
        </p:nvSpPr>
        <p:spPr>
          <a:xfrm>
            <a:off x="4613850" y="921367"/>
            <a:ext cx="3901500" cy="3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75" name="Google Shape;1675;g3f173680aaf_49_4896"/>
          <p:cNvSpPr txBox="1">
            <a:spLocks noGrp="1"/>
          </p:cNvSpPr>
          <p:nvPr>
            <p:ph type="title"/>
          </p:nvPr>
        </p:nvSpPr>
        <p:spPr>
          <a:xfrm>
            <a:off x="580609" y="167973"/>
            <a:ext cx="7935000" cy="5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72FF"/>
              </a:buClr>
              <a:buSzPts val="3300"/>
              <a:buFont typeface="Times New Roman"/>
              <a:buNone/>
              <a:defRPr sz="33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 sanh 2">
  <p:cSld name="So sanh 2">
    <p:spTree>
      <p:nvGrpSpPr>
        <p:cNvPr id="1" name="Shape 1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7" name="Google Shape;1677;g3f173680aaf_49_4923"/>
          <p:cNvSpPr/>
          <p:nvPr/>
        </p:nvSpPr>
        <p:spPr>
          <a:xfrm rot="10800000">
            <a:off x="-1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8" name="Google Shape;1678;g3f173680aaf_49_4923"/>
          <p:cNvSpPr/>
          <p:nvPr/>
        </p:nvSpPr>
        <p:spPr>
          <a:xfrm rot="10800000">
            <a:off x="13" y="83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79" name="Google Shape;1679;g3f173680aaf_49_4923"/>
          <p:cNvGrpSpPr/>
          <p:nvPr/>
        </p:nvGrpSpPr>
        <p:grpSpPr>
          <a:xfrm>
            <a:off x="43967" y="40719"/>
            <a:ext cx="2152257" cy="1172534"/>
            <a:chOff x="44974" y="27296"/>
            <a:chExt cx="2869676" cy="1563379"/>
          </a:xfrm>
        </p:grpSpPr>
        <p:cxnSp>
          <p:nvCxnSpPr>
            <p:cNvPr id="1680" name="Google Shape;1680;g3f173680aaf_49_4923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681" name="Google Shape;1681;g3f173680aaf_49_4923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682" name="Google Shape;1682;g3f173680aaf_49_4923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1683" name="Google Shape;1683;g3f173680aaf_49_4923"/>
          <p:cNvSpPr/>
          <p:nvPr/>
        </p:nvSpPr>
        <p:spPr>
          <a:xfrm>
            <a:off x="8607287" y="4680817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4" name="Google Shape;1684;g3f173680aaf_49_4923"/>
          <p:cNvSpPr txBox="1">
            <a:spLocks noGrp="1"/>
          </p:cNvSpPr>
          <p:nvPr>
            <p:ph type="body" idx="1"/>
          </p:nvPr>
        </p:nvSpPr>
        <p:spPr>
          <a:xfrm>
            <a:off x="580608" y="1471961"/>
            <a:ext cx="3901500" cy="31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85" name="Google Shape;1685;g3f173680aaf_49_4923"/>
          <p:cNvSpPr txBox="1">
            <a:spLocks noGrp="1"/>
          </p:cNvSpPr>
          <p:nvPr>
            <p:ph type="ftr" idx="11"/>
          </p:nvPr>
        </p:nvSpPr>
        <p:spPr>
          <a:xfrm>
            <a:off x="580610" y="4856715"/>
            <a:ext cx="32340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grpSp>
        <p:nvGrpSpPr>
          <p:cNvPr id="1686" name="Google Shape;1686;g3f173680aaf_49_4923"/>
          <p:cNvGrpSpPr/>
          <p:nvPr/>
        </p:nvGrpSpPr>
        <p:grpSpPr>
          <a:xfrm>
            <a:off x="12020" y="3471966"/>
            <a:ext cx="325800" cy="1671646"/>
            <a:chOff x="16026" y="4629289"/>
            <a:chExt cx="434400" cy="2228861"/>
          </a:xfrm>
        </p:grpSpPr>
        <p:sp>
          <p:nvSpPr>
            <p:cNvPr id="1687" name="Google Shape;1687;g3f173680aaf_49_4923"/>
            <p:cNvSpPr/>
            <p:nvPr/>
          </p:nvSpPr>
          <p:spPr>
            <a:xfrm>
              <a:off x="16026" y="4629289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8" name="Google Shape;1688;g3f173680aaf_49_4923"/>
            <p:cNvSpPr/>
            <p:nvPr/>
          </p:nvSpPr>
          <p:spPr>
            <a:xfrm>
              <a:off x="16026" y="5005641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9" name="Google Shape;1689;g3f173680aaf_49_4923"/>
            <p:cNvSpPr/>
            <p:nvPr/>
          </p:nvSpPr>
          <p:spPr>
            <a:xfrm>
              <a:off x="16026" y="5381993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0" name="Google Shape;1690;g3f173680aaf_49_4923"/>
            <p:cNvSpPr/>
            <p:nvPr/>
          </p:nvSpPr>
          <p:spPr>
            <a:xfrm>
              <a:off x="16026" y="5758345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1" name="Google Shape;1691;g3f173680aaf_49_4923"/>
            <p:cNvSpPr/>
            <p:nvPr/>
          </p:nvSpPr>
          <p:spPr>
            <a:xfrm>
              <a:off x="16026" y="6134697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2" name="Google Shape;1692;g3f173680aaf_49_4923"/>
            <p:cNvSpPr/>
            <p:nvPr/>
          </p:nvSpPr>
          <p:spPr>
            <a:xfrm>
              <a:off x="16026" y="6511050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93" name="Google Shape;1693;g3f173680aaf_49_4923"/>
          <p:cNvSpPr txBox="1">
            <a:spLocks noGrp="1"/>
          </p:cNvSpPr>
          <p:nvPr>
            <p:ph type="dt" idx="10"/>
          </p:nvPr>
        </p:nvSpPr>
        <p:spPr>
          <a:xfrm>
            <a:off x="4835585" y="4856715"/>
            <a:ext cx="15675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94" name="Google Shape;1694;g3f173680aaf_49_4923"/>
          <p:cNvSpPr/>
          <p:nvPr/>
        </p:nvSpPr>
        <p:spPr>
          <a:xfrm>
            <a:off x="8692153" y="79409"/>
            <a:ext cx="366980" cy="303866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5" name="Google Shape;1695;g3f173680aaf_49_4923"/>
          <p:cNvSpPr/>
          <p:nvPr/>
        </p:nvSpPr>
        <p:spPr>
          <a:xfrm>
            <a:off x="69722" y="4907206"/>
            <a:ext cx="210300" cy="2103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6" name="Google Shape;1696;g3f173680aaf_49_4923"/>
          <p:cNvSpPr txBox="1">
            <a:spLocks noGrp="1"/>
          </p:cNvSpPr>
          <p:nvPr>
            <p:ph type="sldNum" idx="12"/>
          </p:nvPr>
        </p:nvSpPr>
        <p:spPr>
          <a:xfrm>
            <a:off x="43785" y="4881269"/>
            <a:ext cx="2622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697" name="Google Shape;1697;g3f173680aaf_49_4923"/>
          <p:cNvGrpSpPr/>
          <p:nvPr/>
        </p:nvGrpSpPr>
        <p:grpSpPr>
          <a:xfrm rot="10800000">
            <a:off x="6949022" y="3934533"/>
            <a:ext cx="2152257" cy="1172534"/>
            <a:chOff x="44974" y="27296"/>
            <a:chExt cx="2869676" cy="1563379"/>
          </a:xfrm>
        </p:grpSpPr>
        <p:cxnSp>
          <p:nvCxnSpPr>
            <p:cNvPr id="1698" name="Google Shape;1698;g3f173680aaf_49_4923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699" name="Google Shape;1699;g3f173680aaf_49_4923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700" name="Google Shape;1700;g3f173680aaf_49_4923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1701" name="Google Shape;1701;g3f173680aaf_49_4923"/>
          <p:cNvSpPr txBox="1">
            <a:spLocks noGrp="1"/>
          </p:cNvSpPr>
          <p:nvPr>
            <p:ph type="body" idx="2"/>
          </p:nvPr>
        </p:nvSpPr>
        <p:spPr>
          <a:xfrm>
            <a:off x="4613850" y="1467960"/>
            <a:ext cx="3901500" cy="31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702" name="Google Shape;1702;g3f173680aaf_49_4923"/>
          <p:cNvSpPr txBox="1">
            <a:spLocks noGrp="1"/>
          </p:cNvSpPr>
          <p:nvPr>
            <p:ph type="body" idx="3"/>
          </p:nvPr>
        </p:nvSpPr>
        <p:spPr>
          <a:xfrm>
            <a:off x="580608" y="925369"/>
            <a:ext cx="3902100" cy="378600"/>
          </a:xfrm>
          <a:prstGeom prst="rect">
            <a:avLst/>
          </a:prstGeom>
          <a:gradFill>
            <a:gsLst>
              <a:gs pos="0">
                <a:srgbClr val="0072FF"/>
              </a:gs>
              <a:gs pos="99000">
                <a:srgbClr val="00C6FF"/>
              </a:gs>
              <a:gs pos="100000">
                <a:srgbClr val="00C6FF"/>
              </a:gs>
            </a:gsLst>
            <a:lin ang="2700006" scaled="0"/>
          </a:gradFill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703" name="Google Shape;1703;g3f173680aaf_49_4923"/>
          <p:cNvSpPr txBox="1">
            <a:spLocks noGrp="1"/>
          </p:cNvSpPr>
          <p:nvPr>
            <p:ph type="body" idx="4"/>
          </p:nvPr>
        </p:nvSpPr>
        <p:spPr>
          <a:xfrm>
            <a:off x="4613255" y="925369"/>
            <a:ext cx="3902100" cy="378600"/>
          </a:xfrm>
          <a:prstGeom prst="rect">
            <a:avLst/>
          </a:prstGeom>
          <a:gradFill>
            <a:gsLst>
              <a:gs pos="0">
                <a:srgbClr val="0072FF"/>
              </a:gs>
              <a:gs pos="99000">
                <a:srgbClr val="00C6FF"/>
              </a:gs>
              <a:gs pos="100000">
                <a:srgbClr val="00C6FF"/>
              </a:gs>
            </a:gsLst>
            <a:lin ang="2700006" scaled="0"/>
          </a:gradFill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704" name="Google Shape;1704;g3f173680aaf_49_4923"/>
          <p:cNvSpPr txBox="1">
            <a:spLocks noGrp="1"/>
          </p:cNvSpPr>
          <p:nvPr>
            <p:ph type="title"/>
          </p:nvPr>
        </p:nvSpPr>
        <p:spPr>
          <a:xfrm>
            <a:off x="580609" y="167973"/>
            <a:ext cx="7935000" cy="5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72FF"/>
              </a:buClr>
              <a:buSzPts val="3300"/>
              <a:buFont typeface="Times New Roman"/>
              <a:buNone/>
              <a:defRPr sz="33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i dung 2">
  <p:cSld name="Noi dung 2">
    <p:spTree>
      <p:nvGrpSpPr>
        <p:cNvPr id="1" name="Shape 1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6" name="Google Shape;1706;g3f173680aaf_49_4952"/>
          <p:cNvSpPr/>
          <p:nvPr/>
        </p:nvSpPr>
        <p:spPr>
          <a:xfrm rot="10800000">
            <a:off x="-1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7" name="Google Shape;1707;g3f173680aaf_49_4952"/>
          <p:cNvSpPr/>
          <p:nvPr/>
        </p:nvSpPr>
        <p:spPr>
          <a:xfrm rot="10800000">
            <a:off x="13" y="83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08" name="Google Shape;1708;g3f173680aaf_49_4952"/>
          <p:cNvGrpSpPr/>
          <p:nvPr/>
        </p:nvGrpSpPr>
        <p:grpSpPr>
          <a:xfrm>
            <a:off x="43967" y="40719"/>
            <a:ext cx="2152257" cy="1172534"/>
            <a:chOff x="44974" y="27296"/>
            <a:chExt cx="2869676" cy="1563379"/>
          </a:xfrm>
        </p:grpSpPr>
        <p:cxnSp>
          <p:nvCxnSpPr>
            <p:cNvPr id="1709" name="Google Shape;1709;g3f173680aaf_49_4952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710" name="Google Shape;1710;g3f173680aaf_49_4952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711" name="Google Shape;1711;g3f173680aaf_49_4952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1712" name="Google Shape;1712;g3f173680aaf_49_4952"/>
          <p:cNvSpPr/>
          <p:nvPr/>
        </p:nvSpPr>
        <p:spPr>
          <a:xfrm>
            <a:off x="8607287" y="4680817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3" name="Google Shape;1713;g3f173680aaf_49_4952"/>
          <p:cNvSpPr txBox="1">
            <a:spLocks noGrp="1"/>
          </p:cNvSpPr>
          <p:nvPr>
            <p:ph type="title"/>
          </p:nvPr>
        </p:nvSpPr>
        <p:spPr>
          <a:xfrm>
            <a:off x="580610" y="151507"/>
            <a:ext cx="2949000" cy="12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72FF"/>
              </a:buClr>
              <a:buSzPts val="3000"/>
              <a:buFont typeface="Times New Roman"/>
              <a:buNone/>
              <a:defRPr sz="30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14" name="Google Shape;1714;g3f173680aaf_49_4952"/>
          <p:cNvSpPr txBox="1">
            <a:spLocks noGrp="1"/>
          </p:cNvSpPr>
          <p:nvPr>
            <p:ph type="body" idx="1"/>
          </p:nvPr>
        </p:nvSpPr>
        <p:spPr>
          <a:xfrm>
            <a:off x="580608" y="1585356"/>
            <a:ext cx="2949000" cy="30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715" name="Google Shape;1715;g3f173680aaf_49_4952"/>
          <p:cNvSpPr txBox="1">
            <a:spLocks noGrp="1"/>
          </p:cNvSpPr>
          <p:nvPr>
            <p:ph type="ftr" idx="11"/>
          </p:nvPr>
        </p:nvSpPr>
        <p:spPr>
          <a:xfrm>
            <a:off x="580610" y="4856715"/>
            <a:ext cx="32340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grpSp>
        <p:nvGrpSpPr>
          <p:cNvPr id="1716" name="Google Shape;1716;g3f173680aaf_49_4952"/>
          <p:cNvGrpSpPr/>
          <p:nvPr/>
        </p:nvGrpSpPr>
        <p:grpSpPr>
          <a:xfrm>
            <a:off x="12020" y="3471966"/>
            <a:ext cx="325800" cy="1671646"/>
            <a:chOff x="16026" y="4629289"/>
            <a:chExt cx="434400" cy="2228861"/>
          </a:xfrm>
        </p:grpSpPr>
        <p:sp>
          <p:nvSpPr>
            <p:cNvPr id="1717" name="Google Shape;1717;g3f173680aaf_49_4952"/>
            <p:cNvSpPr/>
            <p:nvPr/>
          </p:nvSpPr>
          <p:spPr>
            <a:xfrm>
              <a:off x="16026" y="4629289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8" name="Google Shape;1718;g3f173680aaf_49_4952"/>
            <p:cNvSpPr/>
            <p:nvPr/>
          </p:nvSpPr>
          <p:spPr>
            <a:xfrm>
              <a:off x="16026" y="5005641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9" name="Google Shape;1719;g3f173680aaf_49_4952"/>
            <p:cNvSpPr/>
            <p:nvPr/>
          </p:nvSpPr>
          <p:spPr>
            <a:xfrm>
              <a:off x="16026" y="5381993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0" name="Google Shape;1720;g3f173680aaf_49_4952"/>
            <p:cNvSpPr/>
            <p:nvPr/>
          </p:nvSpPr>
          <p:spPr>
            <a:xfrm>
              <a:off x="16026" y="5758345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1" name="Google Shape;1721;g3f173680aaf_49_4952"/>
            <p:cNvSpPr/>
            <p:nvPr/>
          </p:nvSpPr>
          <p:spPr>
            <a:xfrm>
              <a:off x="16026" y="6134697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2" name="Google Shape;1722;g3f173680aaf_49_4952"/>
            <p:cNvSpPr/>
            <p:nvPr/>
          </p:nvSpPr>
          <p:spPr>
            <a:xfrm>
              <a:off x="16026" y="6511050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23" name="Google Shape;1723;g3f173680aaf_49_4952"/>
          <p:cNvSpPr txBox="1">
            <a:spLocks noGrp="1"/>
          </p:cNvSpPr>
          <p:nvPr>
            <p:ph type="dt" idx="10"/>
          </p:nvPr>
        </p:nvSpPr>
        <p:spPr>
          <a:xfrm>
            <a:off x="4835585" y="4856715"/>
            <a:ext cx="15675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24" name="Google Shape;1724;g3f173680aaf_49_4952"/>
          <p:cNvSpPr/>
          <p:nvPr/>
        </p:nvSpPr>
        <p:spPr>
          <a:xfrm>
            <a:off x="8692153" y="79409"/>
            <a:ext cx="366980" cy="303866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5" name="Google Shape;1725;g3f173680aaf_49_4952"/>
          <p:cNvSpPr/>
          <p:nvPr/>
        </p:nvSpPr>
        <p:spPr>
          <a:xfrm>
            <a:off x="69722" y="4907206"/>
            <a:ext cx="210300" cy="2103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6" name="Google Shape;1726;g3f173680aaf_49_4952"/>
          <p:cNvSpPr txBox="1">
            <a:spLocks noGrp="1"/>
          </p:cNvSpPr>
          <p:nvPr>
            <p:ph type="sldNum" idx="12"/>
          </p:nvPr>
        </p:nvSpPr>
        <p:spPr>
          <a:xfrm>
            <a:off x="43785" y="4881269"/>
            <a:ext cx="2622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727" name="Google Shape;1727;g3f173680aaf_49_4952"/>
          <p:cNvGrpSpPr/>
          <p:nvPr/>
        </p:nvGrpSpPr>
        <p:grpSpPr>
          <a:xfrm rot="10800000">
            <a:off x="6949022" y="3934533"/>
            <a:ext cx="2152257" cy="1172534"/>
            <a:chOff x="44974" y="27296"/>
            <a:chExt cx="2869676" cy="1563379"/>
          </a:xfrm>
        </p:grpSpPr>
        <p:cxnSp>
          <p:nvCxnSpPr>
            <p:cNvPr id="1728" name="Google Shape;1728;g3f173680aaf_49_4952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729" name="Google Shape;1729;g3f173680aaf_49_4952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730" name="Google Shape;1730;g3f173680aaf_49_4952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1731" name="Google Shape;1731;g3f173680aaf_49_4952"/>
          <p:cNvSpPr txBox="1">
            <a:spLocks noGrp="1"/>
          </p:cNvSpPr>
          <p:nvPr>
            <p:ph type="body" idx="2"/>
          </p:nvPr>
        </p:nvSpPr>
        <p:spPr>
          <a:xfrm>
            <a:off x="3814450" y="151507"/>
            <a:ext cx="4701000" cy="44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ình ảnh">
  <p:cSld name="Hình ảnh">
    <p:spTree>
      <p:nvGrpSpPr>
        <p:cNvPr id="1" name="Shape 1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3" name="Google Shape;1733;g3f173680aaf_49_4979"/>
          <p:cNvSpPr/>
          <p:nvPr/>
        </p:nvSpPr>
        <p:spPr>
          <a:xfrm rot="10800000">
            <a:off x="-1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4" name="Google Shape;1734;g3f173680aaf_49_4979"/>
          <p:cNvSpPr/>
          <p:nvPr/>
        </p:nvSpPr>
        <p:spPr>
          <a:xfrm rot="10800000">
            <a:off x="13" y="83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35" name="Google Shape;1735;g3f173680aaf_49_4979"/>
          <p:cNvGrpSpPr/>
          <p:nvPr/>
        </p:nvGrpSpPr>
        <p:grpSpPr>
          <a:xfrm>
            <a:off x="43967" y="40719"/>
            <a:ext cx="2152257" cy="1172534"/>
            <a:chOff x="44974" y="27296"/>
            <a:chExt cx="2869676" cy="1563379"/>
          </a:xfrm>
        </p:grpSpPr>
        <p:cxnSp>
          <p:nvCxnSpPr>
            <p:cNvPr id="1736" name="Google Shape;1736;g3f173680aaf_49_4979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737" name="Google Shape;1737;g3f173680aaf_49_4979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738" name="Google Shape;1738;g3f173680aaf_49_4979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1739" name="Google Shape;1739;g3f173680aaf_49_4979"/>
          <p:cNvSpPr/>
          <p:nvPr/>
        </p:nvSpPr>
        <p:spPr>
          <a:xfrm>
            <a:off x="8607287" y="4680817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0" name="Google Shape;1740;g3f173680aaf_49_4979"/>
          <p:cNvSpPr txBox="1">
            <a:spLocks noGrp="1"/>
          </p:cNvSpPr>
          <p:nvPr>
            <p:ph type="title"/>
          </p:nvPr>
        </p:nvSpPr>
        <p:spPr>
          <a:xfrm>
            <a:off x="580610" y="151507"/>
            <a:ext cx="2949000" cy="12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72FF"/>
              </a:buClr>
              <a:buSzPts val="3000"/>
              <a:buFont typeface="Times New Roman"/>
              <a:buNone/>
              <a:defRPr sz="30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41" name="Google Shape;1741;g3f173680aaf_49_4979"/>
          <p:cNvSpPr txBox="1">
            <a:spLocks noGrp="1"/>
          </p:cNvSpPr>
          <p:nvPr>
            <p:ph type="body" idx="1"/>
          </p:nvPr>
        </p:nvSpPr>
        <p:spPr>
          <a:xfrm>
            <a:off x="580608" y="1585356"/>
            <a:ext cx="2949000" cy="30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742" name="Google Shape;1742;g3f173680aaf_49_4979"/>
          <p:cNvSpPr txBox="1">
            <a:spLocks noGrp="1"/>
          </p:cNvSpPr>
          <p:nvPr>
            <p:ph type="ftr" idx="11"/>
          </p:nvPr>
        </p:nvSpPr>
        <p:spPr>
          <a:xfrm>
            <a:off x="580610" y="4856715"/>
            <a:ext cx="32340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grpSp>
        <p:nvGrpSpPr>
          <p:cNvPr id="1743" name="Google Shape;1743;g3f173680aaf_49_4979"/>
          <p:cNvGrpSpPr/>
          <p:nvPr/>
        </p:nvGrpSpPr>
        <p:grpSpPr>
          <a:xfrm>
            <a:off x="12020" y="3471966"/>
            <a:ext cx="325800" cy="1671646"/>
            <a:chOff x="16026" y="4629289"/>
            <a:chExt cx="434400" cy="2228861"/>
          </a:xfrm>
        </p:grpSpPr>
        <p:sp>
          <p:nvSpPr>
            <p:cNvPr id="1744" name="Google Shape;1744;g3f173680aaf_49_4979"/>
            <p:cNvSpPr/>
            <p:nvPr/>
          </p:nvSpPr>
          <p:spPr>
            <a:xfrm>
              <a:off x="16026" y="4629289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5" name="Google Shape;1745;g3f173680aaf_49_4979"/>
            <p:cNvSpPr/>
            <p:nvPr/>
          </p:nvSpPr>
          <p:spPr>
            <a:xfrm>
              <a:off x="16026" y="5005641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6" name="Google Shape;1746;g3f173680aaf_49_4979"/>
            <p:cNvSpPr/>
            <p:nvPr/>
          </p:nvSpPr>
          <p:spPr>
            <a:xfrm>
              <a:off x="16026" y="5381993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7" name="Google Shape;1747;g3f173680aaf_49_4979"/>
            <p:cNvSpPr/>
            <p:nvPr/>
          </p:nvSpPr>
          <p:spPr>
            <a:xfrm>
              <a:off x="16026" y="5758345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8" name="Google Shape;1748;g3f173680aaf_49_4979"/>
            <p:cNvSpPr/>
            <p:nvPr/>
          </p:nvSpPr>
          <p:spPr>
            <a:xfrm>
              <a:off x="16026" y="6134697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9" name="Google Shape;1749;g3f173680aaf_49_4979"/>
            <p:cNvSpPr/>
            <p:nvPr/>
          </p:nvSpPr>
          <p:spPr>
            <a:xfrm>
              <a:off x="16026" y="6511050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50" name="Google Shape;1750;g3f173680aaf_49_4979"/>
          <p:cNvSpPr txBox="1">
            <a:spLocks noGrp="1"/>
          </p:cNvSpPr>
          <p:nvPr>
            <p:ph type="dt" idx="10"/>
          </p:nvPr>
        </p:nvSpPr>
        <p:spPr>
          <a:xfrm>
            <a:off x="4835585" y="4856715"/>
            <a:ext cx="15675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51" name="Google Shape;1751;g3f173680aaf_49_4979"/>
          <p:cNvSpPr/>
          <p:nvPr/>
        </p:nvSpPr>
        <p:spPr>
          <a:xfrm>
            <a:off x="8692153" y="79409"/>
            <a:ext cx="366980" cy="303866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2" name="Google Shape;1752;g3f173680aaf_49_4979"/>
          <p:cNvSpPr/>
          <p:nvPr/>
        </p:nvSpPr>
        <p:spPr>
          <a:xfrm>
            <a:off x="69722" y="4907206"/>
            <a:ext cx="210300" cy="2103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3" name="Google Shape;1753;g3f173680aaf_49_4979"/>
          <p:cNvSpPr txBox="1">
            <a:spLocks noGrp="1"/>
          </p:cNvSpPr>
          <p:nvPr>
            <p:ph type="sldNum" idx="12"/>
          </p:nvPr>
        </p:nvSpPr>
        <p:spPr>
          <a:xfrm>
            <a:off x="43785" y="4881269"/>
            <a:ext cx="2622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754" name="Google Shape;1754;g3f173680aaf_49_4979"/>
          <p:cNvGrpSpPr/>
          <p:nvPr/>
        </p:nvGrpSpPr>
        <p:grpSpPr>
          <a:xfrm rot="10800000">
            <a:off x="6949022" y="3934533"/>
            <a:ext cx="2152257" cy="1172534"/>
            <a:chOff x="44974" y="27296"/>
            <a:chExt cx="2869676" cy="1563379"/>
          </a:xfrm>
        </p:grpSpPr>
        <p:cxnSp>
          <p:nvCxnSpPr>
            <p:cNvPr id="1755" name="Google Shape;1755;g3f173680aaf_49_4979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756" name="Google Shape;1756;g3f173680aaf_49_4979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757" name="Google Shape;1757;g3f173680aaf_49_4979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1758" name="Google Shape;1758;g3f173680aaf_49_4979"/>
          <p:cNvSpPr>
            <a:spLocks noGrp="1"/>
          </p:cNvSpPr>
          <p:nvPr>
            <p:ph type="pic" idx="2"/>
          </p:nvPr>
        </p:nvSpPr>
        <p:spPr>
          <a:xfrm>
            <a:off x="3870280" y="151507"/>
            <a:ext cx="4677900" cy="4482600"/>
          </a:xfrm>
          <a:prstGeom prst="roundRect">
            <a:avLst>
              <a:gd name="adj" fmla="val 574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g trong 1">
  <p:cSld name="Trang trong 1">
    <p:spTree>
      <p:nvGrpSpPr>
        <p:cNvPr id="1" name="Shape 1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0" name="Google Shape;1760;g3f173680aaf_49_5006"/>
          <p:cNvSpPr/>
          <p:nvPr/>
        </p:nvSpPr>
        <p:spPr>
          <a:xfrm>
            <a:off x="8607287" y="4680817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61" name="Google Shape;1761;g3f173680aaf_49_5006"/>
          <p:cNvGrpSpPr/>
          <p:nvPr/>
        </p:nvGrpSpPr>
        <p:grpSpPr>
          <a:xfrm rot="10800000">
            <a:off x="6947777" y="4447903"/>
            <a:ext cx="2152257" cy="664889"/>
            <a:chOff x="44974" y="27296"/>
            <a:chExt cx="2869676" cy="886519"/>
          </a:xfrm>
        </p:grpSpPr>
        <p:cxnSp>
          <p:nvCxnSpPr>
            <p:cNvPr id="1762" name="Google Shape;1762;g3f173680aaf_49_5006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63" name="Google Shape;1763;g3f173680aaf_49_5006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64" name="Google Shape;1764;g3f173680aaf_49_5006"/>
            <p:cNvCxnSpPr/>
            <p:nvPr/>
          </p:nvCxnSpPr>
          <p:spPr>
            <a:xfrm rot="10800000">
              <a:off x="52214" y="654015"/>
              <a:ext cx="0" cy="25980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765" name="Google Shape;1765;g3f173680aaf_49_5006"/>
          <p:cNvSpPr/>
          <p:nvPr/>
        </p:nvSpPr>
        <p:spPr>
          <a:xfrm>
            <a:off x="16639" y="4937355"/>
            <a:ext cx="175500" cy="175500"/>
          </a:xfrm>
          <a:prstGeom prst="ellipse">
            <a:avLst/>
          </a:prstGeom>
          <a:gradFill>
            <a:gsLst>
              <a:gs pos="0">
                <a:srgbClr val="0072FF"/>
              </a:gs>
              <a:gs pos="99000">
                <a:srgbClr val="00C6FF"/>
              </a:gs>
              <a:gs pos="100000">
                <a:srgbClr val="00C6FF"/>
              </a:gs>
            </a:gsLst>
            <a:lin ang="2700006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6" name="Google Shape;1766;g3f173680aaf_49_5006"/>
          <p:cNvSpPr txBox="1">
            <a:spLocks noGrp="1"/>
          </p:cNvSpPr>
          <p:nvPr>
            <p:ph type="sldNum" idx="12"/>
          </p:nvPr>
        </p:nvSpPr>
        <p:spPr>
          <a:xfrm>
            <a:off x="-1504" y="4924800"/>
            <a:ext cx="218700" cy="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67" name="Google Shape;1767;g3f173680aaf_49_5006"/>
          <p:cNvSpPr/>
          <p:nvPr/>
        </p:nvSpPr>
        <p:spPr>
          <a:xfrm rot="10800000">
            <a:off x="13" y="83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68" name="Google Shape;1768;g3f173680aaf_49_5006"/>
          <p:cNvGrpSpPr/>
          <p:nvPr/>
        </p:nvGrpSpPr>
        <p:grpSpPr>
          <a:xfrm>
            <a:off x="43967" y="30708"/>
            <a:ext cx="2152257" cy="664889"/>
            <a:chOff x="44974" y="27296"/>
            <a:chExt cx="2869676" cy="886519"/>
          </a:xfrm>
        </p:grpSpPr>
        <p:cxnSp>
          <p:nvCxnSpPr>
            <p:cNvPr id="1769" name="Google Shape;1769;g3f173680aaf_49_5006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770" name="Google Shape;1770;g3f173680aaf_49_5006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771" name="Google Shape;1771;g3f173680aaf_49_5006"/>
            <p:cNvCxnSpPr/>
            <p:nvPr/>
          </p:nvCxnSpPr>
          <p:spPr>
            <a:xfrm rot="10800000">
              <a:off x="52214" y="654015"/>
              <a:ext cx="0" cy="2598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1772" name="Google Shape;1772;g3f173680aaf_49_5006"/>
          <p:cNvSpPr/>
          <p:nvPr/>
        </p:nvSpPr>
        <p:spPr>
          <a:xfrm>
            <a:off x="8692153" y="79409"/>
            <a:ext cx="366980" cy="303866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3" name="Google Shape;1773;g3f173680aaf_49_5006"/>
          <p:cNvSpPr txBox="1">
            <a:spLocks noGrp="1"/>
          </p:cNvSpPr>
          <p:nvPr>
            <p:ph type="ftr" idx="11"/>
          </p:nvPr>
        </p:nvSpPr>
        <p:spPr>
          <a:xfrm>
            <a:off x="580610" y="4856715"/>
            <a:ext cx="32340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74" name="Google Shape;1774;g3f173680aaf_49_5006"/>
          <p:cNvSpPr txBox="1">
            <a:spLocks noGrp="1"/>
          </p:cNvSpPr>
          <p:nvPr>
            <p:ph type="dt" idx="10"/>
          </p:nvPr>
        </p:nvSpPr>
        <p:spPr>
          <a:xfrm>
            <a:off x="4835585" y="4856715"/>
            <a:ext cx="15675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g trong 2">
  <p:cSld name="Trang trong 2">
    <p:spTree>
      <p:nvGrpSpPr>
        <p:cNvPr id="1" name="Shape 1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6" name="Google Shape;1776;g3f173680aaf_49_5022"/>
          <p:cNvSpPr/>
          <p:nvPr/>
        </p:nvSpPr>
        <p:spPr>
          <a:xfrm>
            <a:off x="16639" y="4937355"/>
            <a:ext cx="175500" cy="175500"/>
          </a:xfrm>
          <a:prstGeom prst="ellipse">
            <a:avLst/>
          </a:prstGeom>
          <a:gradFill>
            <a:gsLst>
              <a:gs pos="0">
                <a:srgbClr val="0072FF"/>
              </a:gs>
              <a:gs pos="99000">
                <a:srgbClr val="00C6FF"/>
              </a:gs>
              <a:gs pos="100000">
                <a:srgbClr val="00C6FF"/>
              </a:gs>
            </a:gsLst>
            <a:lin ang="2700006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7" name="Google Shape;1777;g3f173680aaf_49_5022"/>
          <p:cNvSpPr txBox="1">
            <a:spLocks noGrp="1"/>
          </p:cNvSpPr>
          <p:nvPr>
            <p:ph type="sldNum" idx="12"/>
          </p:nvPr>
        </p:nvSpPr>
        <p:spPr>
          <a:xfrm>
            <a:off x="-1504" y="4924800"/>
            <a:ext cx="218700" cy="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êu đề">
  <p:cSld name="1_Tiêu đề">
    <p:spTree>
      <p:nvGrpSpPr>
        <p:cNvPr id="1" name="Shape 1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9" name="Google Shape;1779;g3f173680aaf_49_5025"/>
          <p:cNvSpPr txBox="1">
            <a:spLocks noGrp="1"/>
          </p:cNvSpPr>
          <p:nvPr>
            <p:ph type="ftr" idx="11"/>
          </p:nvPr>
        </p:nvSpPr>
        <p:spPr>
          <a:xfrm>
            <a:off x="1765260" y="4860472"/>
            <a:ext cx="3216300" cy="1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80" name="Google Shape;1780;g3f173680aaf_49_5025"/>
          <p:cNvSpPr/>
          <p:nvPr/>
        </p:nvSpPr>
        <p:spPr>
          <a:xfrm rot="10800000">
            <a:off x="-1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12192000" y="304800"/>
                </a:moveTo>
                <a:lnTo>
                  <a:pt x="9909279" y="304800"/>
                </a:lnTo>
                <a:lnTo>
                  <a:pt x="9732789" y="152400"/>
                </a:lnTo>
                <a:lnTo>
                  <a:pt x="5617499" y="152400"/>
                </a:lnTo>
                <a:lnTo>
                  <a:pt x="5441009" y="0"/>
                </a:lnTo>
                <a:lnTo>
                  <a:pt x="12192000" y="0"/>
                </a:lnTo>
                <a:close/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1999" y="6858000"/>
                </a:moveTo>
                <a:lnTo>
                  <a:pt x="11476382" y="6858000"/>
                </a:lnTo>
                <a:lnTo>
                  <a:pt x="12191999" y="6241089"/>
                </a:lnTo>
                <a:close/>
                <a:moveTo>
                  <a:pt x="6750991" y="6858000"/>
                </a:moveTo>
                <a:lnTo>
                  <a:pt x="0" y="6858000"/>
                </a:lnTo>
                <a:lnTo>
                  <a:pt x="0" y="6553200"/>
                </a:lnTo>
                <a:lnTo>
                  <a:pt x="2282721" y="6553200"/>
                </a:lnTo>
                <a:lnTo>
                  <a:pt x="2459211" y="6705600"/>
                </a:lnTo>
                <a:lnTo>
                  <a:pt x="6574500" y="670560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1" name="Google Shape;1781;g3f173680aaf_49_5025"/>
          <p:cNvSpPr/>
          <p:nvPr/>
        </p:nvSpPr>
        <p:spPr>
          <a:xfrm rot="10800000">
            <a:off x="13" y="83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82" name="Google Shape;1782;g3f173680aaf_49_5025"/>
          <p:cNvGrpSpPr/>
          <p:nvPr/>
        </p:nvGrpSpPr>
        <p:grpSpPr>
          <a:xfrm>
            <a:off x="43967" y="30708"/>
            <a:ext cx="2152257" cy="1172534"/>
            <a:chOff x="44974" y="27296"/>
            <a:chExt cx="2869676" cy="1563379"/>
          </a:xfrm>
        </p:grpSpPr>
        <p:cxnSp>
          <p:nvCxnSpPr>
            <p:cNvPr id="1783" name="Google Shape;1783;g3f173680aaf_49_5025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784" name="Google Shape;1784;g3f173680aaf_49_5025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785" name="Google Shape;1785;g3f173680aaf_49_5025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1786" name="Google Shape;1786;g3f173680aaf_49_5025"/>
          <p:cNvSpPr/>
          <p:nvPr/>
        </p:nvSpPr>
        <p:spPr>
          <a:xfrm>
            <a:off x="8607287" y="4680817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87" name="Google Shape;1787;g3f173680aaf_49_5025"/>
          <p:cNvGrpSpPr/>
          <p:nvPr/>
        </p:nvGrpSpPr>
        <p:grpSpPr>
          <a:xfrm rot="10800000">
            <a:off x="6947777" y="3940258"/>
            <a:ext cx="2152257" cy="1172534"/>
            <a:chOff x="44974" y="27296"/>
            <a:chExt cx="2869676" cy="1563379"/>
          </a:xfrm>
        </p:grpSpPr>
        <p:cxnSp>
          <p:nvCxnSpPr>
            <p:cNvPr id="1788" name="Google Shape;1788;g3f173680aaf_49_5025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89" name="Google Shape;1789;g3f173680aaf_49_5025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90" name="Google Shape;1790;g3f173680aaf_49_5025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791" name="Google Shape;1791;g3f173680aaf_49_5025"/>
          <p:cNvSpPr/>
          <p:nvPr/>
        </p:nvSpPr>
        <p:spPr>
          <a:xfrm flipH="1">
            <a:off x="4080757" y="0"/>
            <a:ext cx="5063243" cy="228600"/>
          </a:xfrm>
          <a:custGeom>
            <a:avLst/>
            <a:gdLst/>
            <a:ahLst/>
            <a:cxnLst/>
            <a:rect l="l" t="t" r="r" b="b"/>
            <a:pathLst>
              <a:path w="6750991" h="304800" extrusionOk="0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2" name="Google Shape;1792;g3f173680aaf_49_5025"/>
          <p:cNvSpPr/>
          <p:nvPr/>
        </p:nvSpPr>
        <p:spPr>
          <a:xfrm rot="10800000" flipH="1">
            <a:off x="0" y="4914900"/>
            <a:ext cx="5063243" cy="228600"/>
          </a:xfrm>
          <a:custGeom>
            <a:avLst/>
            <a:gdLst/>
            <a:ahLst/>
            <a:cxnLst/>
            <a:rect l="l" t="t" r="r" b="b"/>
            <a:pathLst>
              <a:path w="6750991" h="304800" extrusionOk="0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93" name="Google Shape;1793;g3f173680aaf_49_5025" descr="A picture containing clipart, vector graphic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9479" y="271978"/>
            <a:ext cx="408216" cy="337660"/>
          </a:xfrm>
          <a:prstGeom prst="rect">
            <a:avLst/>
          </a:prstGeom>
          <a:noFill/>
          <a:ln>
            <a:noFill/>
          </a:ln>
        </p:spPr>
      </p:pic>
      <p:sp>
        <p:nvSpPr>
          <p:cNvPr id="1794" name="Google Shape;1794;g3f173680aaf_49_5025"/>
          <p:cNvSpPr txBox="1"/>
          <p:nvPr/>
        </p:nvSpPr>
        <p:spPr>
          <a:xfrm>
            <a:off x="717695" y="244600"/>
            <a:ext cx="29976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rPr>
              <a:t>ĐẠI HỌC QUỐC GIA TP. HỒ CHÍ MINH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rPr>
              <a:t>TRƯỜNG ĐẠI HỌC CÔNG NGHỆ THÔNG TIN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5" name="Google Shape;1795;g3f173680aaf_49_5025"/>
          <p:cNvSpPr/>
          <p:nvPr/>
        </p:nvSpPr>
        <p:spPr>
          <a:xfrm>
            <a:off x="8943443" y="4937355"/>
            <a:ext cx="175500" cy="175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6" name="Google Shape;1796;g3f173680aaf_49_5025"/>
          <p:cNvSpPr txBox="1">
            <a:spLocks noGrp="1"/>
          </p:cNvSpPr>
          <p:nvPr>
            <p:ph type="sldNum" idx="12"/>
          </p:nvPr>
        </p:nvSpPr>
        <p:spPr>
          <a:xfrm>
            <a:off x="8920769" y="4924801"/>
            <a:ext cx="218700" cy="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97" name="Google Shape;1797;g3f173680aaf_49_5025"/>
          <p:cNvSpPr txBox="1">
            <a:spLocks noGrp="1"/>
          </p:cNvSpPr>
          <p:nvPr>
            <p:ph type="body" idx="1"/>
          </p:nvPr>
        </p:nvSpPr>
        <p:spPr>
          <a:xfrm>
            <a:off x="1388105" y="1656119"/>
            <a:ext cx="6367800" cy="5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300"/>
              <a:buNone/>
              <a:defRPr sz="33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798" name="Google Shape;1798;g3f173680aaf_49_5025"/>
          <p:cNvSpPr txBox="1">
            <a:spLocks noGrp="1"/>
          </p:cNvSpPr>
          <p:nvPr>
            <p:ph type="body" idx="2"/>
          </p:nvPr>
        </p:nvSpPr>
        <p:spPr>
          <a:xfrm>
            <a:off x="657743" y="2279591"/>
            <a:ext cx="7828500" cy="3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46"/>
              </a:buClr>
              <a:buSzPts val="1500"/>
              <a:buNone/>
              <a:defRPr sz="1500" b="1">
                <a:solidFill>
                  <a:srgbClr val="00004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799" name="Google Shape;1799;g3f173680aaf_49_5025"/>
          <p:cNvSpPr txBox="1">
            <a:spLocks noGrp="1"/>
          </p:cNvSpPr>
          <p:nvPr>
            <p:ph type="body" idx="3"/>
          </p:nvPr>
        </p:nvSpPr>
        <p:spPr>
          <a:xfrm>
            <a:off x="3510728" y="3722286"/>
            <a:ext cx="2122800" cy="258900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6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 b="1" i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800" name="Google Shape;1800;g3f173680aaf_49_5025"/>
          <p:cNvSpPr txBox="1">
            <a:spLocks noGrp="1"/>
          </p:cNvSpPr>
          <p:nvPr>
            <p:ph type="body" idx="4"/>
          </p:nvPr>
        </p:nvSpPr>
        <p:spPr>
          <a:xfrm>
            <a:off x="1388105" y="2723108"/>
            <a:ext cx="6367800" cy="4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900"/>
              <a:buNone/>
              <a:defRPr sz="900">
                <a:solidFill>
                  <a:srgbClr val="BFBFB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801" name="Google Shape;1801;g3f173680aaf_49_5025"/>
          <p:cNvSpPr txBox="1">
            <a:spLocks noGrp="1"/>
          </p:cNvSpPr>
          <p:nvPr>
            <p:ph type="dt" idx="10"/>
          </p:nvPr>
        </p:nvSpPr>
        <p:spPr>
          <a:xfrm>
            <a:off x="5075855" y="4857749"/>
            <a:ext cx="1872000" cy="1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i dung">
  <p:cSld name="Noi dung (g3f173680aaf_75_0)">
    <p:spTree>
      <p:nvGrpSpPr>
        <p:cNvPr id="1" name="Shape 1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3" name="Google Shape;1803;g3f173680aaf_49_5049"/>
          <p:cNvSpPr txBox="1">
            <a:spLocks noGrp="1"/>
          </p:cNvSpPr>
          <p:nvPr>
            <p:ph type="title"/>
          </p:nvPr>
        </p:nvSpPr>
        <p:spPr>
          <a:xfrm>
            <a:off x="580609" y="167973"/>
            <a:ext cx="7935000" cy="5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72FF"/>
              </a:buClr>
              <a:buSzPts val="3300"/>
              <a:buFont typeface="Times New Roman"/>
              <a:buNone/>
              <a:defRPr sz="33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04" name="Google Shape;1804;g3f173680aaf_49_5049"/>
          <p:cNvSpPr txBox="1">
            <a:spLocks noGrp="1"/>
          </p:cNvSpPr>
          <p:nvPr>
            <p:ph type="body" idx="1"/>
          </p:nvPr>
        </p:nvSpPr>
        <p:spPr>
          <a:xfrm>
            <a:off x="580609" y="925368"/>
            <a:ext cx="7935000" cy="3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805" name="Google Shape;1805;g3f173680aaf_49_5049"/>
          <p:cNvSpPr txBox="1">
            <a:spLocks noGrp="1"/>
          </p:cNvSpPr>
          <p:nvPr>
            <p:ph type="ftr" idx="11"/>
          </p:nvPr>
        </p:nvSpPr>
        <p:spPr>
          <a:xfrm>
            <a:off x="580610" y="4856715"/>
            <a:ext cx="32340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06" name="Google Shape;1806;g3f173680aaf_49_5049"/>
          <p:cNvSpPr txBox="1">
            <a:spLocks noGrp="1"/>
          </p:cNvSpPr>
          <p:nvPr>
            <p:ph type="dt" idx="10"/>
          </p:nvPr>
        </p:nvSpPr>
        <p:spPr>
          <a:xfrm>
            <a:off x="4835585" y="4856715"/>
            <a:ext cx="15675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07" name="Google Shape;1807;g3f173680aaf_49_5049"/>
          <p:cNvSpPr txBox="1">
            <a:spLocks noGrp="1"/>
          </p:cNvSpPr>
          <p:nvPr>
            <p:ph type="sldNum" idx="12"/>
          </p:nvPr>
        </p:nvSpPr>
        <p:spPr>
          <a:xfrm>
            <a:off x="43785" y="4881269"/>
            <a:ext cx="2622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i dung 1">
  <p:cSld name="Noi dung (g3f173680aaf_59_0)">
    <p:spTree>
      <p:nvGrpSpPr>
        <p:cNvPr id="1" name="Shape 1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9" name="Google Shape;1809;g3f173680aaf_49_5677"/>
          <p:cNvSpPr txBox="1">
            <a:spLocks noGrp="1"/>
          </p:cNvSpPr>
          <p:nvPr>
            <p:ph type="title"/>
          </p:nvPr>
        </p:nvSpPr>
        <p:spPr>
          <a:xfrm>
            <a:off x="580609" y="167973"/>
            <a:ext cx="7935000" cy="5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72FF"/>
              </a:buClr>
              <a:buSzPts val="3300"/>
              <a:buFont typeface="Times New Roman"/>
              <a:buNone/>
              <a:defRPr sz="33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10" name="Google Shape;1810;g3f173680aaf_49_5677"/>
          <p:cNvSpPr txBox="1">
            <a:spLocks noGrp="1"/>
          </p:cNvSpPr>
          <p:nvPr>
            <p:ph type="body" idx="1"/>
          </p:nvPr>
        </p:nvSpPr>
        <p:spPr>
          <a:xfrm>
            <a:off x="580609" y="925368"/>
            <a:ext cx="7935000" cy="3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811" name="Google Shape;1811;g3f173680aaf_49_5677"/>
          <p:cNvSpPr txBox="1">
            <a:spLocks noGrp="1"/>
          </p:cNvSpPr>
          <p:nvPr>
            <p:ph type="ftr" idx="11"/>
          </p:nvPr>
        </p:nvSpPr>
        <p:spPr>
          <a:xfrm>
            <a:off x="580610" y="4856715"/>
            <a:ext cx="32340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12" name="Google Shape;1812;g3f173680aaf_49_5677"/>
          <p:cNvSpPr txBox="1">
            <a:spLocks noGrp="1"/>
          </p:cNvSpPr>
          <p:nvPr>
            <p:ph type="dt" idx="10"/>
          </p:nvPr>
        </p:nvSpPr>
        <p:spPr>
          <a:xfrm>
            <a:off x="4835585" y="4856715"/>
            <a:ext cx="15675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13" name="Google Shape;1813;g3f173680aaf_49_5677"/>
          <p:cNvSpPr txBox="1">
            <a:spLocks noGrp="1"/>
          </p:cNvSpPr>
          <p:nvPr>
            <p:ph type="sldNum" idx="12"/>
          </p:nvPr>
        </p:nvSpPr>
        <p:spPr>
          <a:xfrm>
            <a:off x="43785" y="4881269"/>
            <a:ext cx="2622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i dung 1 1">
  <p:cSld name="Noi dung (g3f173680aaf_35_0)">
    <p:spTree>
      <p:nvGrpSpPr>
        <p:cNvPr id="1" name="Shape 1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5" name="Google Shape;1815;g3f173680aaf_49_5683"/>
          <p:cNvSpPr txBox="1">
            <a:spLocks noGrp="1"/>
          </p:cNvSpPr>
          <p:nvPr>
            <p:ph type="title"/>
          </p:nvPr>
        </p:nvSpPr>
        <p:spPr>
          <a:xfrm>
            <a:off x="580609" y="167973"/>
            <a:ext cx="7935000" cy="5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72FF"/>
              </a:buClr>
              <a:buSzPts val="3300"/>
              <a:buFont typeface="Times New Roman"/>
              <a:buNone/>
              <a:defRPr sz="33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16" name="Google Shape;1816;g3f173680aaf_49_5683"/>
          <p:cNvSpPr txBox="1">
            <a:spLocks noGrp="1"/>
          </p:cNvSpPr>
          <p:nvPr>
            <p:ph type="body" idx="1"/>
          </p:nvPr>
        </p:nvSpPr>
        <p:spPr>
          <a:xfrm>
            <a:off x="580609" y="925368"/>
            <a:ext cx="7935000" cy="3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817" name="Google Shape;1817;g3f173680aaf_49_5683"/>
          <p:cNvSpPr txBox="1">
            <a:spLocks noGrp="1"/>
          </p:cNvSpPr>
          <p:nvPr>
            <p:ph type="ftr" idx="11"/>
          </p:nvPr>
        </p:nvSpPr>
        <p:spPr>
          <a:xfrm>
            <a:off x="580610" y="4856715"/>
            <a:ext cx="32340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18" name="Google Shape;1818;g3f173680aaf_49_5683"/>
          <p:cNvSpPr txBox="1">
            <a:spLocks noGrp="1"/>
          </p:cNvSpPr>
          <p:nvPr>
            <p:ph type="dt" idx="10"/>
          </p:nvPr>
        </p:nvSpPr>
        <p:spPr>
          <a:xfrm>
            <a:off x="4835585" y="4856715"/>
            <a:ext cx="15675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19" name="Google Shape;1819;g3f173680aaf_49_5683"/>
          <p:cNvSpPr txBox="1">
            <a:spLocks noGrp="1"/>
          </p:cNvSpPr>
          <p:nvPr>
            <p:ph type="sldNum" idx="12"/>
          </p:nvPr>
        </p:nvSpPr>
        <p:spPr>
          <a:xfrm>
            <a:off x="43785" y="4881269"/>
            <a:ext cx="2622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i dung 1 1 1">
  <p:cSld name="Noi dung (g3f173680aaf_21_0)">
    <p:spTree>
      <p:nvGrpSpPr>
        <p:cNvPr id="1" name="Shape 1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1" name="Google Shape;1821;g3f173680aaf_49_5689"/>
          <p:cNvSpPr txBox="1">
            <a:spLocks noGrp="1"/>
          </p:cNvSpPr>
          <p:nvPr>
            <p:ph type="title"/>
          </p:nvPr>
        </p:nvSpPr>
        <p:spPr>
          <a:xfrm>
            <a:off x="580609" y="167973"/>
            <a:ext cx="7935000" cy="5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72FF"/>
              </a:buClr>
              <a:buSzPts val="3300"/>
              <a:buFont typeface="Times New Roman"/>
              <a:buNone/>
              <a:defRPr sz="33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22" name="Google Shape;1822;g3f173680aaf_49_5689"/>
          <p:cNvSpPr txBox="1">
            <a:spLocks noGrp="1"/>
          </p:cNvSpPr>
          <p:nvPr>
            <p:ph type="body" idx="1"/>
          </p:nvPr>
        </p:nvSpPr>
        <p:spPr>
          <a:xfrm>
            <a:off x="580609" y="925368"/>
            <a:ext cx="7935000" cy="3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823" name="Google Shape;1823;g3f173680aaf_49_5689"/>
          <p:cNvSpPr txBox="1">
            <a:spLocks noGrp="1"/>
          </p:cNvSpPr>
          <p:nvPr>
            <p:ph type="ftr" idx="11"/>
          </p:nvPr>
        </p:nvSpPr>
        <p:spPr>
          <a:xfrm>
            <a:off x="580610" y="4856715"/>
            <a:ext cx="32340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24" name="Google Shape;1824;g3f173680aaf_49_5689"/>
          <p:cNvSpPr txBox="1">
            <a:spLocks noGrp="1"/>
          </p:cNvSpPr>
          <p:nvPr>
            <p:ph type="dt" idx="10"/>
          </p:nvPr>
        </p:nvSpPr>
        <p:spPr>
          <a:xfrm>
            <a:off x="4835585" y="4856715"/>
            <a:ext cx="15675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25" name="Google Shape;1825;g3f173680aaf_49_5689"/>
          <p:cNvSpPr txBox="1">
            <a:spLocks noGrp="1"/>
          </p:cNvSpPr>
          <p:nvPr>
            <p:ph type="sldNum" idx="12"/>
          </p:nvPr>
        </p:nvSpPr>
        <p:spPr>
          <a:xfrm>
            <a:off x="43785" y="4881269"/>
            <a:ext cx="2622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i dung 1 1 1 1">
  <p:cSld name="Noi dung (g3f173680aaf_7_0)">
    <p:spTree>
      <p:nvGrpSpPr>
        <p:cNvPr id="1" name="Shape 1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7" name="Google Shape;1827;g3f173680aaf_49_5695"/>
          <p:cNvSpPr txBox="1">
            <a:spLocks noGrp="1"/>
          </p:cNvSpPr>
          <p:nvPr>
            <p:ph type="title"/>
          </p:nvPr>
        </p:nvSpPr>
        <p:spPr>
          <a:xfrm>
            <a:off x="580609" y="167973"/>
            <a:ext cx="7935000" cy="5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72FF"/>
              </a:buClr>
              <a:buSzPts val="3300"/>
              <a:buFont typeface="Times New Roman"/>
              <a:buNone/>
              <a:defRPr sz="33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28" name="Google Shape;1828;g3f173680aaf_49_5695"/>
          <p:cNvSpPr txBox="1">
            <a:spLocks noGrp="1"/>
          </p:cNvSpPr>
          <p:nvPr>
            <p:ph type="body" idx="1"/>
          </p:nvPr>
        </p:nvSpPr>
        <p:spPr>
          <a:xfrm>
            <a:off x="580609" y="925368"/>
            <a:ext cx="7935000" cy="3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829" name="Google Shape;1829;g3f173680aaf_49_5695"/>
          <p:cNvSpPr txBox="1">
            <a:spLocks noGrp="1"/>
          </p:cNvSpPr>
          <p:nvPr>
            <p:ph type="ftr" idx="11"/>
          </p:nvPr>
        </p:nvSpPr>
        <p:spPr>
          <a:xfrm>
            <a:off x="580610" y="4856715"/>
            <a:ext cx="32340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30" name="Google Shape;1830;g3f173680aaf_49_5695"/>
          <p:cNvSpPr txBox="1">
            <a:spLocks noGrp="1"/>
          </p:cNvSpPr>
          <p:nvPr>
            <p:ph type="dt" idx="10"/>
          </p:nvPr>
        </p:nvSpPr>
        <p:spPr>
          <a:xfrm>
            <a:off x="4835585" y="4856715"/>
            <a:ext cx="15675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31" name="Google Shape;1831;g3f173680aaf_49_5695"/>
          <p:cNvSpPr txBox="1">
            <a:spLocks noGrp="1"/>
          </p:cNvSpPr>
          <p:nvPr>
            <p:ph type="sldNum" idx="12"/>
          </p:nvPr>
        </p:nvSpPr>
        <p:spPr>
          <a:xfrm>
            <a:off x="43785" y="4881269"/>
            <a:ext cx="2622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êu đề">
  <p:cSld name="Tiêu đề">
    <p:spTree>
      <p:nvGrpSpPr>
        <p:cNvPr id="1" name="Shape 1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9" name="Google Shape;1839;g3f173680aaf_49_6385"/>
          <p:cNvSpPr txBox="1">
            <a:spLocks noGrp="1"/>
          </p:cNvSpPr>
          <p:nvPr>
            <p:ph type="ftr" idx="11"/>
          </p:nvPr>
        </p:nvSpPr>
        <p:spPr>
          <a:xfrm>
            <a:off x="1765260" y="4860472"/>
            <a:ext cx="3216300" cy="1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40" name="Google Shape;1840;g3f173680aaf_49_6385"/>
          <p:cNvSpPr/>
          <p:nvPr/>
        </p:nvSpPr>
        <p:spPr>
          <a:xfrm rot="10800000">
            <a:off x="-1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12192000" y="304800"/>
                </a:moveTo>
                <a:lnTo>
                  <a:pt x="9909279" y="304800"/>
                </a:lnTo>
                <a:lnTo>
                  <a:pt x="9732789" y="152400"/>
                </a:lnTo>
                <a:lnTo>
                  <a:pt x="5617499" y="152400"/>
                </a:lnTo>
                <a:lnTo>
                  <a:pt x="5441009" y="0"/>
                </a:lnTo>
                <a:lnTo>
                  <a:pt x="12192000" y="0"/>
                </a:lnTo>
                <a:close/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1999" y="6858000"/>
                </a:moveTo>
                <a:lnTo>
                  <a:pt x="11476382" y="6858000"/>
                </a:lnTo>
                <a:lnTo>
                  <a:pt x="12191999" y="6241089"/>
                </a:lnTo>
                <a:close/>
                <a:moveTo>
                  <a:pt x="6750991" y="6858000"/>
                </a:moveTo>
                <a:lnTo>
                  <a:pt x="0" y="6858000"/>
                </a:lnTo>
                <a:lnTo>
                  <a:pt x="0" y="6553200"/>
                </a:lnTo>
                <a:lnTo>
                  <a:pt x="2282721" y="6553200"/>
                </a:lnTo>
                <a:lnTo>
                  <a:pt x="2459211" y="6705600"/>
                </a:lnTo>
                <a:lnTo>
                  <a:pt x="6574500" y="670560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1" name="Google Shape;1841;g3f173680aaf_49_6385"/>
          <p:cNvSpPr/>
          <p:nvPr/>
        </p:nvSpPr>
        <p:spPr>
          <a:xfrm rot="10800000">
            <a:off x="13" y="83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42" name="Google Shape;1842;g3f173680aaf_49_6385"/>
          <p:cNvGrpSpPr/>
          <p:nvPr/>
        </p:nvGrpSpPr>
        <p:grpSpPr>
          <a:xfrm>
            <a:off x="43967" y="30708"/>
            <a:ext cx="2152257" cy="1172534"/>
            <a:chOff x="44974" y="27296"/>
            <a:chExt cx="2869676" cy="1563379"/>
          </a:xfrm>
        </p:grpSpPr>
        <p:cxnSp>
          <p:nvCxnSpPr>
            <p:cNvPr id="1843" name="Google Shape;1843;g3f173680aaf_49_6385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844" name="Google Shape;1844;g3f173680aaf_49_6385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845" name="Google Shape;1845;g3f173680aaf_49_6385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1846" name="Google Shape;1846;g3f173680aaf_49_6385"/>
          <p:cNvSpPr/>
          <p:nvPr/>
        </p:nvSpPr>
        <p:spPr>
          <a:xfrm>
            <a:off x="8607287" y="4680817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47" name="Google Shape;1847;g3f173680aaf_49_6385"/>
          <p:cNvGrpSpPr/>
          <p:nvPr/>
        </p:nvGrpSpPr>
        <p:grpSpPr>
          <a:xfrm rot="10800000">
            <a:off x="6947777" y="3940258"/>
            <a:ext cx="2152257" cy="1172534"/>
            <a:chOff x="44974" y="27296"/>
            <a:chExt cx="2869676" cy="1563379"/>
          </a:xfrm>
        </p:grpSpPr>
        <p:cxnSp>
          <p:nvCxnSpPr>
            <p:cNvPr id="1848" name="Google Shape;1848;g3f173680aaf_49_6385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49" name="Google Shape;1849;g3f173680aaf_49_6385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50" name="Google Shape;1850;g3f173680aaf_49_6385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51" name="Google Shape;1851;g3f173680aaf_49_6385"/>
          <p:cNvSpPr/>
          <p:nvPr/>
        </p:nvSpPr>
        <p:spPr>
          <a:xfrm flipH="1">
            <a:off x="4080757" y="0"/>
            <a:ext cx="5063243" cy="228600"/>
          </a:xfrm>
          <a:custGeom>
            <a:avLst/>
            <a:gdLst/>
            <a:ahLst/>
            <a:cxnLst/>
            <a:rect l="l" t="t" r="r" b="b"/>
            <a:pathLst>
              <a:path w="6750991" h="304800" extrusionOk="0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2" name="Google Shape;1852;g3f173680aaf_49_6385"/>
          <p:cNvSpPr/>
          <p:nvPr/>
        </p:nvSpPr>
        <p:spPr>
          <a:xfrm rot="10800000" flipH="1">
            <a:off x="0" y="4914900"/>
            <a:ext cx="5063243" cy="228600"/>
          </a:xfrm>
          <a:custGeom>
            <a:avLst/>
            <a:gdLst/>
            <a:ahLst/>
            <a:cxnLst/>
            <a:rect l="l" t="t" r="r" b="b"/>
            <a:pathLst>
              <a:path w="6750991" h="304800" extrusionOk="0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53" name="Google Shape;1853;g3f173680aaf_49_6385" descr="A picture containing clipart, vector graphic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9479" y="271978"/>
            <a:ext cx="408216" cy="337660"/>
          </a:xfrm>
          <a:prstGeom prst="rect">
            <a:avLst/>
          </a:prstGeom>
          <a:noFill/>
          <a:ln>
            <a:noFill/>
          </a:ln>
        </p:spPr>
      </p:pic>
      <p:sp>
        <p:nvSpPr>
          <p:cNvPr id="1854" name="Google Shape;1854;g3f173680aaf_49_6385"/>
          <p:cNvSpPr txBox="1"/>
          <p:nvPr/>
        </p:nvSpPr>
        <p:spPr>
          <a:xfrm>
            <a:off x="717700" y="244600"/>
            <a:ext cx="41631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rPr>
              <a:t>ĐẠI HỌC QUỐC GIA TP. HỒ CHÍ MINH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rPr>
              <a:t>TRƯỜNG ĐẠI HỌC CÔNG NGHỆ THÔNG TIN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5" name="Google Shape;1855;g3f173680aaf_49_6385"/>
          <p:cNvSpPr/>
          <p:nvPr/>
        </p:nvSpPr>
        <p:spPr>
          <a:xfrm>
            <a:off x="79377" y="4953218"/>
            <a:ext cx="175500" cy="175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6" name="Google Shape;1856;g3f173680aaf_49_6385"/>
          <p:cNvSpPr txBox="1">
            <a:spLocks noGrp="1"/>
          </p:cNvSpPr>
          <p:nvPr>
            <p:ph type="sldNum" idx="12"/>
          </p:nvPr>
        </p:nvSpPr>
        <p:spPr>
          <a:xfrm>
            <a:off x="56703" y="4940664"/>
            <a:ext cx="218700" cy="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57" name="Google Shape;1857;g3f173680aaf_49_6385"/>
          <p:cNvSpPr txBox="1">
            <a:spLocks noGrp="1"/>
          </p:cNvSpPr>
          <p:nvPr>
            <p:ph type="body" idx="1"/>
          </p:nvPr>
        </p:nvSpPr>
        <p:spPr>
          <a:xfrm>
            <a:off x="1388105" y="1656119"/>
            <a:ext cx="6367800" cy="5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46"/>
              </a:buClr>
              <a:buSzPts val="3300"/>
              <a:buNone/>
              <a:defRPr sz="3300" b="1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858" name="Google Shape;1858;g3f173680aaf_49_6385"/>
          <p:cNvSpPr txBox="1">
            <a:spLocks noGrp="1"/>
          </p:cNvSpPr>
          <p:nvPr>
            <p:ph type="body" idx="2"/>
          </p:nvPr>
        </p:nvSpPr>
        <p:spPr>
          <a:xfrm>
            <a:off x="657743" y="2279591"/>
            <a:ext cx="7828500" cy="3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46"/>
              </a:buClr>
              <a:buSzPts val="2100"/>
              <a:buNone/>
              <a:defRPr sz="2100" b="1">
                <a:solidFill>
                  <a:srgbClr val="00004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859" name="Google Shape;1859;g3f173680aaf_49_6385"/>
          <p:cNvSpPr txBox="1">
            <a:spLocks noGrp="1"/>
          </p:cNvSpPr>
          <p:nvPr>
            <p:ph type="body" idx="3"/>
          </p:nvPr>
        </p:nvSpPr>
        <p:spPr>
          <a:xfrm>
            <a:off x="3510728" y="3722286"/>
            <a:ext cx="2122800" cy="258900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6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 b="1" i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860" name="Google Shape;1860;g3f173680aaf_49_6385"/>
          <p:cNvSpPr txBox="1">
            <a:spLocks noGrp="1"/>
          </p:cNvSpPr>
          <p:nvPr>
            <p:ph type="body" idx="4"/>
          </p:nvPr>
        </p:nvSpPr>
        <p:spPr>
          <a:xfrm>
            <a:off x="1388105" y="2723108"/>
            <a:ext cx="6367800" cy="4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A5A5A5"/>
              </a:buClr>
              <a:buSzPts val="900"/>
              <a:buNone/>
              <a:defRPr sz="900">
                <a:solidFill>
                  <a:srgbClr val="A5A5A5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861" name="Google Shape;1861;g3f173680aaf_49_6385"/>
          <p:cNvSpPr txBox="1">
            <a:spLocks noGrp="1"/>
          </p:cNvSpPr>
          <p:nvPr>
            <p:ph type="dt" idx="10"/>
          </p:nvPr>
        </p:nvSpPr>
        <p:spPr>
          <a:xfrm>
            <a:off x="5075855" y="4857749"/>
            <a:ext cx="1872000" cy="1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62" name="Google Shape;1862;g3f173680aaf_49_6385"/>
          <p:cNvSpPr/>
          <p:nvPr/>
        </p:nvSpPr>
        <p:spPr>
          <a:xfrm rot="10800000">
            <a:off x="-1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12192000" y="304800"/>
                </a:moveTo>
                <a:lnTo>
                  <a:pt x="9909279" y="304800"/>
                </a:lnTo>
                <a:lnTo>
                  <a:pt x="9732789" y="152400"/>
                </a:lnTo>
                <a:lnTo>
                  <a:pt x="5617499" y="152400"/>
                </a:lnTo>
                <a:lnTo>
                  <a:pt x="5441009" y="0"/>
                </a:lnTo>
                <a:lnTo>
                  <a:pt x="12192000" y="0"/>
                </a:lnTo>
                <a:close/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1999" y="6858000"/>
                </a:moveTo>
                <a:lnTo>
                  <a:pt x="11476382" y="6858000"/>
                </a:lnTo>
                <a:lnTo>
                  <a:pt x="12191999" y="6241089"/>
                </a:lnTo>
                <a:close/>
                <a:moveTo>
                  <a:pt x="6750991" y="6858000"/>
                </a:moveTo>
                <a:lnTo>
                  <a:pt x="0" y="6858000"/>
                </a:lnTo>
                <a:lnTo>
                  <a:pt x="0" y="6553200"/>
                </a:lnTo>
                <a:lnTo>
                  <a:pt x="2282721" y="6553200"/>
                </a:lnTo>
                <a:lnTo>
                  <a:pt x="2459211" y="6705600"/>
                </a:lnTo>
                <a:lnTo>
                  <a:pt x="6574500" y="670560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3" name="Google Shape;1863;g3f173680aaf_49_6385"/>
          <p:cNvSpPr/>
          <p:nvPr/>
        </p:nvSpPr>
        <p:spPr>
          <a:xfrm rot="10800000">
            <a:off x="13" y="83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64" name="Google Shape;1864;g3f173680aaf_49_6385"/>
          <p:cNvGrpSpPr/>
          <p:nvPr/>
        </p:nvGrpSpPr>
        <p:grpSpPr>
          <a:xfrm>
            <a:off x="43967" y="30708"/>
            <a:ext cx="2152257" cy="1172534"/>
            <a:chOff x="44974" y="27296"/>
            <a:chExt cx="2869676" cy="1563379"/>
          </a:xfrm>
        </p:grpSpPr>
        <p:cxnSp>
          <p:nvCxnSpPr>
            <p:cNvPr id="1865" name="Google Shape;1865;g3f173680aaf_49_6385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866" name="Google Shape;1866;g3f173680aaf_49_6385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867" name="Google Shape;1867;g3f173680aaf_49_6385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1868" name="Google Shape;1868;g3f173680aaf_49_6385"/>
          <p:cNvSpPr/>
          <p:nvPr/>
        </p:nvSpPr>
        <p:spPr>
          <a:xfrm>
            <a:off x="8607287" y="4680817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69" name="Google Shape;1869;g3f173680aaf_49_6385"/>
          <p:cNvGrpSpPr/>
          <p:nvPr/>
        </p:nvGrpSpPr>
        <p:grpSpPr>
          <a:xfrm rot="10800000">
            <a:off x="6947777" y="3940258"/>
            <a:ext cx="2152257" cy="1172534"/>
            <a:chOff x="44974" y="27296"/>
            <a:chExt cx="2869676" cy="1563379"/>
          </a:xfrm>
        </p:grpSpPr>
        <p:cxnSp>
          <p:nvCxnSpPr>
            <p:cNvPr id="1870" name="Google Shape;1870;g3f173680aaf_49_6385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71" name="Google Shape;1871;g3f173680aaf_49_6385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72" name="Google Shape;1872;g3f173680aaf_49_6385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73" name="Google Shape;1873;g3f173680aaf_49_6385"/>
          <p:cNvSpPr/>
          <p:nvPr/>
        </p:nvSpPr>
        <p:spPr>
          <a:xfrm flipH="1">
            <a:off x="4080757" y="0"/>
            <a:ext cx="5063243" cy="228600"/>
          </a:xfrm>
          <a:custGeom>
            <a:avLst/>
            <a:gdLst/>
            <a:ahLst/>
            <a:cxnLst/>
            <a:rect l="l" t="t" r="r" b="b"/>
            <a:pathLst>
              <a:path w="6750991" h="304800" extrusionOk="0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4" name="Google Shape;1874;g3f173680aaf_49_6385"/>
          <p:cNvSpPr/>
          <p:nvPr/>
        </p:nvSpPr>
        <p:spPr>
          <a:xfrm rot="10800000" flipH="1">
            <a:off x="0" y="4914900"/>
            <a:ext cx="5063243" cy="228600"/>
          </a:xfrm>
          <a:custGeom>
            <a:avLst/>
            <a:gdLst/>
            <a:ahLst/>
            <a:cxnLst/>
            <a:rect l="l" t="t" r="r" b="b"/>
            <a:pathLst>
              <a:path w="6750991" h="304800" extrusionOk="0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75" name="Google Shape;1875;g3f173680aaf_49_6385" descr="A picture containing clipart, vector graphic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9479" y="271978"/>
            <a:ext cx="408216" cy="337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ục lục">
  <p:cSld name="Mục lục">
    <p:spTree>
      <p:nvGrpSpPr>
        <p:cNvPr id="1" name="Shape 1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7" name="Google Shape;1877;g3f173680aaf_49_6423"/>
          <p:cNvSpPr/>
          <p:nvPr/>
        </p:nvSpPr>
        <p:spPr>
          <a:xfrm>
            <a:off x="8607287" y="4680817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78" name="Google Shape;1878;g3f173680aaf_49_6423"/>
          <p:cNvGrpSpPr/>
          <p:nvPr/>
        </p:nvGrpSpPr>
        <p:grpSpPr>
          <a:xfrm rot="10800000">
            <a:off x="6947777" y="4447903"/>
            <a:ext cx="2152257" cy="664889"/>
            <a:chOff x="44974" y="27296"/>
            <a:chExt cx="2869676" cy="886519"/>
          </a:xfrm>
        </p:grpSpPr>
        <p:cxnSp>
          <p:nvCxnSpPr>
            <p:cNvPr id="1879" name="Google Shape;1879;g3f173680aaf_49_6423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80" name="Google Shape;1880;g3f173680aaf_49_6423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81" name="Google Shape;1881;g3f173680aaf_49_6423"/>
            <p:cNvCxnSpPr/>
            <p:nvPr/>
          </p:nvCxnSpPr>
          <p:spPr>
            <a:xfrm rot="10800000">
              <a:off x="52214" y="654015"/>
              <a:ext cx="0" cy="25980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82" name="Google Shape;1882;g3f173680aaf_49_6423"/>
          <p:cNvSpPr txBox="1">
            <a:spLocks noGrp="1"/>
          </p:cNvSpPr>
          <p:nvPr>
            <p:ph type="ftr" idx="11"/>
          </p:nvPr>
        </p:nvSpPr>
        <p:spPr>
          <a:xfrm>
            <a:off x="2599082" y="4849586"/>
            <a:ext cx="3945900" cy="1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grpSp>
        <p:nvGrpSpPr>
          <p:cNvPr id="1883" name="Google Shape;1883;g3f173680aaf_49_6423"/>
          <p:cNvGrpSpPr/>
          <p:nvPr/>
        </p:nvGrpSpPr>
        <p:grpSpPr>
          <a:xfrm>
            <a:off x="-944916" y="841043"/>
            <a:ext cx="3631000" cy="3790500"/>
            <a:chOff x="-1259888" y="901609"/>
            <a:chExt cx="4841333" cy="5054000"/>
          </a:xfrm>
        </p:grpSpPr>
        <p:grpSp>
          <p:nvGrpSpPr>
            <p:cNvPr id="1884" name="Google Shape;1884;g3f173680aaf_49_6423"/>
            <p:cNvGrpSpPr/>
            <p:nvPr/>
          </p:nvGrpSpPr>
          <p:grpSpPr>
            <a:xfrm>
              <a:off x="-1225468" y="901609"/>
              <a:ext cx="4806913" cy="664514"/>
              <a:chOff x="0" y="901609"/>
              <a:chExt cx="4806913" cy="664514"/>
            </a:xfrm>
          </p:grpSpPr>
          <p:cxnSp>
            <p:nvCxnSpPr>
              <p:cNvPr id="1885" name="Google Shape;1885;g3f173680aaf_49_6423"/>
              <p:cNvCxnSpPr/>
              <p:nvPr/>
            </p:nvCxnSpPr>
            <p:spPr>
              <a:xfrm>
                <a:off x="0" y="1566123"/>
                <a:ext cx="2533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886" name="Google Shape;1886;g3f173680aaf_49_6423"/>
              <p:cNvCxnSpPr/>
              <p:nvPr/>
            </p:nvCxnSpPr>
            <p:spPr>
              <a:xfrm rot="10800000" flipH="1">
                <a:off x="2520285" y="1060023"/>
                <a:ext cx="591300" cy="5061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887" name="Google Shape;1887;g3f173680aaf_49_6423"/>
              <p:cNvCxnSpPr/>
              <p:nvPr/>
            </p:nvCxnSpPr>
            <p:spPr>
              <a:xfrm>
                <a:off x="3111690" y="1059987"/>
                <a:ext cx="13785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888" name="Google Shape;1888;g3f173680aaf_49_6423"/>
              <p:cNvSpPr/>
              <p:nvPr/>
            </p:nvSpPr>
            <p:spPr>
              <a:xfrm>
                <a:off x="4490113" y="901609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89" name="Google Shape;1889;g3f173680aaf_49_6423"/>
            <p:cNvGrpSpPr/>
            <p:nvPr/>
          </p:nvGrpSpPr>
          <p:grpSpPr>
            <a:xfrm rot="10800000" flipH="1">
              <a:off x="-1225468" y="5291095"/>
              <a:ext cx="4806913" cy="664514"/>
              <a:chOff x="0" y="1232525"/>
              <a:chExt cx="4806913" cy="664514"/>
            </a:xfrm>
          </p:grpSpPr>
          <p:cxnSp>
            <p:nvCxnSpPr>
              <p:cNvPr id="1890" name="Google Shape;1890;g3f173680aaf_49_6423"/>
              <p:cNvCxnSpPr/>
              <p:nvPr/>
            </p:nvCxnSpPr>
            <p:spPr>
              <a:xfrm>
                <a:off x="0" y="1897039"/>
                <a:ext cx="2533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891" name="Google Shape;1891;g3f173680aaf_49_6423"/>
              <p:cNvCxnSpPr/>
              <p:nvPr/>
            </p:nvCxnSpPr>
            <p:spPr>
              <a:xfrm rot="10800000" flipH="1">
                <a:off x="2520285" y="1390939"/>
                <a:ext cx="591300" cy="5061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892" name="Google Shape;1892;g3f173680aaf_49_6423"/>
              <p:cNvCxnSpPr/>
              <p:nvPr/>
            </p:nvCxnSpPr>
            <p:spPr>
              <a:xfrm>
                <a:off x="3111690" y="1390903"/>
                <a:ext cx="13785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893" name="Google Shape;1893;g3f173680aaf_49_6423"/>
              <p:cNvSpPr/>
              <p:nvPr/>
            </p:nvSpPr>
            <p:spPr>
              <a:xfrm>
                <a:off x="4490113" y="1232525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94" name="Google Shape;1894;g3f173680aaf_49_6423"/>
            <p:cNvGrpSpPr/>
            <p:nvPr/>
          </p:nvGrpSpPr>
          <p:grpSpPr>
            <a:xfrm>
              <a:off x="-1225469" y="1860637"/>
              <a:ext cx="3835366" cy="547270"/>
              <a:chOff x="-1" y="1860637"/>
              <a:chExt cx="3835366" cy="547270"/>
            </a:xfrm>
          </p:grpSpPr>
          <p:sp>
            <p:nvSpPr>
              <p:cNvPr id="1895" name="Google Shape;1895;g3f173680aaf_49_6423"/>
              <p:cNvSpPr/>
              <p:nvPr/>
            </p:nvSpPr>
            <p:spPr>
              <a:xfrm>
                <a:off x="3518565" y="1860637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896" name="Google Shape;1896;g3f173680aaf_49_6423"/>
              <p:cNvCxnSpPr/>
              <p:nvPr/>
            </p:nvCxnSpPr>
            <p:spPr>
              <a:xfrm>
                <a:off x="-1" y="2407907"/>
                <a:ext cx="19857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897" name="Google Shape;1897;g3f173680aaf_49_6423"/>
              <p:cNvCxnSpPr/>
              <p:nvPr/>
            </p:nvCxnSpPr>
            <p:spPr>
              <a:xfrm rot="10800000" flipH="1">
                <a:off x="1974958" y="2019107"/>
                <a:ext cx="463500" cy="388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898" name="Google Shape;1898;g3f173680aaf_49_6423"/>
              <p:cNvCxnSpPr/>
              <p:nvPr/>
            </p:nvCxnSpPr>
            <p:spPr>
              <a:xfrm>
                <a:off x="2438398" y="2019015"/>
                <a:ext cx="10803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1899" name="Google Shape;1899;g3f173680aaf_49_6423"/>
            <p:cNvGrpSpPr/>
            <p:nvPr/>
          </p:nvGrpSpPr>
          <p:grpSpPr>
            <a:xfrm rot="10800000" flipH="1">
              <a:off x="-1259888" y="4408929"/>
              <a:ext cx="3835366" cy="547270"/>
              <a:chOff x="-1" y="1860637"/>
              <a:chExt cx="3835366" cy="547270"/>
            </a:xfrm>
          </p:grpSpPr>
          <p:sp>
            <p:nvSpPr>
              <p:cNvPr id="1900" name="Google Shape;1900;g3f173680aaf_49_6423"/>
              <p:cNvSpPr/>
              <p:nvPr/>
            </p:nvSpPr>
            <p:spPr>
              <a:xfrm>
                <a:off x="3518565" y="1860637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901" name="Google Shape;1901;g3f173680aaf_49_6423"/>
              <p:cNvCxnSpPr/>
              <p:nvPr/>
            </p:nvCxnSpPr>
            <p:spPr>
              <a:xfrm>
                <a:off x="-1" y="2407907"/>
                <a:ext cx="19857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902" name="Google Shape;1902;g3f173680aaf_49_6423"/>
              <p:cNvCxnSpPr/>
              <p:nvPr/>
            </p:nvCxnSpPr>
            <p:spPr>
              <a:xfrm rot="10800000" flipH="1">
                <a:off x="1974958" y="2019107"/>
                <a:ext cx="463500" cy="388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903" name="Google Shape;1903;g3f173680aaf_49_6423"/>
              <p:cNvCxnSpPr/>
              <p:nvPr/>
            </p:nvCxnSpPr>
            <p:spPr>
              <a:xfrm>
                <a:off x="2438398" y="2019015"/>
                <a:ext cx="10803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1904" name="Google Shape;1904;g3f173680aaf_49_6423"/>
            <p:cNvGrpSpPr/>
            <p:nvPr/>
          </p:nvGrpSpPr>
          <p:grpSpPr>
            <a:xfrm>
              <a:off x="-1252333" y="2715185"/>
              <a:ext cx="2776566" cy="436736"/>
              <a:chOff x="-26865" y="2715185"/>
              <a:chExt cx="2776566" cy="436736"/>
            </a:xfrm>
          </p:grpSpPr>
          <p:cxnSp>
            <p:nvCxnSpPr>
              <p:cNvPr id="1905" name="Google Shape;1905;g3f173680aaf_49_6423"/>
              <p:cNvCxnSpPr/>
              <p:nvPr/>
            </p:nvCxnSpPr>
            <p:spPr>
              <a:xfrm>
                <a:off x="-26865" y="3151921"/>
                <a:ext cx="1402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906" name="Google Shape;1906;g3f173680aaf_49_6423"/>
              <p:cNvCxnSpPr/>
              <p:nvPr/>
            </p:nvCxnSpPr>
            <p:spPr>
              <a:xfrm rot="10800000" flipH="1">
                <a:off x="1368303" y="2877121"/>
                <a:ext cx="327300" cy="274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907" name="Google Shape;1907;g3f173680aaf_49_6423"/>
              <p:cNvCxnSpPr/>
              <p:nvPr/>
            </p:nvCxnSpPr>
            <p:spPr>
              <a:xfrm>
                <a:off x="1695690" y="2877197"/>
                <a:ext cx="7632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908" name="Google Shape;1908;g3f173680aaf_49_6423"/>
              <p:cNvSpPr/>
              <p:nvPr/>
            </p:nvSpPr>
            <p:spPr>
              <a:xfrm>
                <a:off x="2432901" y="2715185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09" name="Google Shape;1909;g3f173680aaf_49_6423"/>
            <p:cNvGrpSpPr/>
            <p:nvPr/>
          </p:nvGrpSpPr>
          <p:grpSpPr>
            <a:xfrm>
              <a:off x="-1225468" y="3843225"/>
              <a:ext cx="2802416" cy="433146"/>
              <a:chOff x="-34420" y="3843718"/>
              <a:chExt cx="2802416" cy="433146"/>
            </a:xfrm>
          </p:grpSpPr>
          <p:cxnSp>
            <p:nvCxnSpPr>
              <p:cNvPr id="1910" name="Google Shape;1910;g3f173680aaf_49_6423"/>
              <p:cNvCxnSpPr/>
              <p:nvPr/>
            </p:nvCxnSpPr>
            <p:spPr>
              <a:xfrm>
                <a:off x="-34420" y="3843718"/>
                <a:ext cx="1402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911" name="Google Shape;1911;g3f173680aaf_49_6423"/>
              <p:cNvCxnSpPr/>
              <p:nvPr/>
            </p:nvCxnSpPr>
            <p:spPr>
              <a:xfrm>
                <a:off x="1360748" y="3843718"/>
                <a:ext cx="327300" cy="274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912" name="Google Shape;1912;g3f173680aaf_49_6423"/>
              <p:cNvCxnSpPr/>
              <p:nvPr/>
            </p:nvCxnSpPr>
            <p:spPr>
              <a:xfrm>
                <a:off x="1688135" y="4118442"/>
                <a:ext cx="7632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913" name="Google Shape;1913;g3f173680aaf_49_6423"/>
              <p:cNvSpPr/>
              <p:nvPr/>
            </p:nvSpPr>
            <p:spPr>
              <a:xfrm>
                <a:off x="2451196" y="3960064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914" name="Google Shape;1914;g3f173680aaf_49_6423"/>
          <p:cNvGrpSpPr/>
          <p:nvPr/>
        </p:nvGrpSpPr>
        <p:grpSpPr>
          <a:xfrm flipH="1">
            <a:off x="6455699" y="841043"/>
            <a:ext cx="3631000" cy="3790500"/>
            <a:chOff x="-1259888" y="901609"/>
            <a:chExt cx="4841333" cy="5054000"/>
          </a:xfrm>
        </p:grpSpPr>
        <p:grpSp>
          <p:nvGrpSpPr>
            <p:cNvPr id="1915" name="Google Shape;1915;g3f173680aaf_49_6423"/>
            <p:cNvGrpSpPr/>
            <p:nvPr/>
          </p:nvGrpSpPr>
          <p:grpSpPr>
            <a:xfrm>
              <a:off x="-1225468" y="901609"/>
              <a:ext cx="4806913" cy="664514"/>
              <a:chOff x="0" y="901609"/>
              <a:chExt cx="4806913" cy="664514"/>
            </a:xfrm>
          </p:grpSpPr>
          <p:cxnSp>
            <p:nvCxnSpPr>
              <p:cNvPr id="1916" name="Google Shape;1916;g3f173680aaf_49_6423"/>
              <p:cNvCxnSpPr/>
              <p:nvPr/>
            </p:nvCxnSpPr>
            <p:spPr>
              <a:xfrm>
                <a:off x="0" y="1566123"/>
                <a:ext cx="2533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917" name="Google Shape;1917;g3f173680aaf_49_6423"/>
              <p:cNvCxnSpPr/>
              <p:nvPr/>
            </p:nvCxnSpPr>
            <p:spPr>
              <a:xfrm rot="10800000" flipH="1">
                <a:off x="2520285" y="1060023"/>
                <a:ext cx="591300" cy="5061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918" name="Google Shape;1918;g3f173680aaf_49_6423"/>
              <p:cNvCxnSpPr/>
              <p:nvPr/>
            </p:nvCxnSpPr>
            <p:spPr>
              <a:xfrm>
                <a:off x="3111690" y="1059987"/>
                <a:ext cx="13785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919" name="Google Shape;1919;g3f173680aaf_49_6423"/>
              <p:cNvSpPr/>
              <p:nvPr/>
            </p:nvSpPr>
            <p:spPr>
              <a:xfrm>
                <a:off x="4490113" y="901609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20" name="Google Shape;1920;g3f173680aaf_49_6423"/>
            <p:cNvGrpSpPr/>
            <p:nvPr/>
          </p:nvGrpSpPr>
          <p:grpSpPr>
            <a:xfrm rot="10800000" flipH="1">
              <a:off x="-1225468" y="5291095"/>
              <a:ext cx="4806913" cy="664514"/>
              <a:chOff x="0" y="1232525"/>
              <a:chExt cx="4806913" cy="664514"/>
            </a:xfrm>
          </p:grpSpPr>
          <p:cxnSp>
            <p:nvCxnSpPr>
              <p:cNvPr id="1921" name="Google Shape;1921;g3f173680aaf_49_6423"/>
              <p:cNvCxnSpPr/>
              <p:nvPr/>
            </p:nvCxnSpPr>
            <p:spPr>
              <a:xfrm>
                <a:off x="0" y="1897039"/>
                <a:ext cx="2533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922" name="Google Shape;1922;g3f173680aaf_49_6423"/>
              <p:cNvCxnSpPr/>
              <p:nvPr/>
            </p:nvCxnSpPr>
            <p:spPr>
              <a:xfrm rot="10800000" flipH="1">
                <a:off x="2520285" y="1390939"/>
                <a:ext cx="591300" cy="5061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923" name="Google Shape;1923;g3f173680aaf_49_6423"/>
              <p:cNvCxnSpPr/>
              <p:nvPr/>
            </p:nvCxnSpPr>
            <p:spPr>
              <a:xfrm>
                <a:off x="3111690" y="1390903"/>
                <a:ext cx="13785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924" name="Google Shape;1924;g3f173680aaf_49_6423"/>
              <p:cNvSpPr/>
              <p:nvPr/>
            </p:nvSpPr>
            <p:spPr>
              <a:xfrm>
                <a:off x="4490113" y="1232525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25" name="Google Shape;1925;g3f173680aaf_49_6423"/>
            <p:cNvGrpSpPr/>
            <p:nvPr/>
          </p:nvGrpSpPr>
          <p:grpSpPr>
            <a:xfrm>
              <a:off x="-1225469" y="1860637"/>
              <a:ext cx="3835366" cy="547270"/>
              <a:chOff x="-1" y="1860637"/>
              <a:chExt cx="3835366" cy="547270"/>
            </a:xfrm>
          </p:grpSpPr>
          <p:sp>
            <p:nvSpPr>
              <p:cNvPr id="1926" name="Google Shape;1926;g3f173680aaf_49_6423"/>
              <p:cNvSpPr/>
              <p:nvPr/>
            </p:nvSpPr>
            <p:spPr>
              <a:xfrm>
                <a:off x="3518565" y="1860637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927" name="Google Shape;1927;g3f173680aaf_49_6423"/>
              <p:cNvCxnSpPr/>
              <p:nvPr/>
            </p:nvCxnSpPr>
            <p:spPr>
              <a:xfrm>
                <a:off x="-1" y="2407907"/>
                <a:ext cx="19857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928" name="Google Shape;1928;g3f173680aaf_49_6423"/>
              <p:cNvCxnSpPr/>
              <p:nvPr/>
            </p:nvCxnSpPr>
            <p:spPr>
              <a:xfrm rot="10800000" flipH="1">
                <a:off x="1974958" y="2019107"/>
                <a:ext cx="463500" cy="388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929" name="Google Shape;1929;g3f173680aaf_49_6423"/>
              <p:cNvCxnSpPr/>
              <p:nvPr/>
            </p:nvCxnSpPr>
            <p:spPr>
              <a:xfrm>
                <a:off x="2438398" y="2019015"/>
                <a:ext cx="10803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1930" name="Google Shape;1930;g3f173680aaf_49_6423"/>
            <p:cNvGrpSpPr/>
            <p:nvPr/>
          </p:nvGrpSpPr>
          <p:grpSpPr>
            <a:xfrm rot="10800000" flipH="1">
              <a:off x="-1259888" y="4408929"/>
              <a:ext cx="3835366" cy="547270"/>
              <a:chOff x="-1" y="1860637"/>
              <a:chExt cx="3835366" cy="547270"/>
            </a:xfrm>
          </p:grpSpPr>
          <p:sp>
            <p:nvSpPr>
              <p:cNvPr id="1931" name="Google Shape;1931;g3f173680aaf_49_6423"/>
              <p:cNvSpPr/>
              <p:nvPr/>
            </p:nvSpPr>
            <p:spPr>
              <a:xfrm>
                <a:off x="3518565" y="1860637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932" name="Google Shape;1932;g3f173680aaf_49_6423"/>
              <p:cNvCxnSpPr/>
              <p:nvPr/>
            </p:nvCxnSpPr>
            <p:spPr>
              <a:xfrm>
                <a:off x="-1" y="2407907"/>
                <a:ext cx="19857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933" name="Google Shape;1933;g3f173680aaf_49_6423"/>
              <p:cNvCxnSpPr/>
              <p:nvPr/>
            </p:nvCxnSpPr>
            <p:spPr>
              <a:xfrm rot="10800000" flipH="1">
                <a:off x="1974958" y="2019107"/>
                <a:ext cx="463500" cy="388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934" name="Google Shape;1934;g3f173680aaf_49_6423"/>
              <p:cNvCxnSpPr/>
              <p:nvPr/>
            </p:nvCxnSpPr>
            <p:spPr>
              <a:xfrm>
                <a:off x="2438398" y="2019015"/>
                <a:ext cx="10803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1935" name="Google Shape;1935;g3f173680aaf_49_6423"/>
            <p:cNvGrpSpPr/>
            <p:nvPr/>
          </p:nvGrpSpPr>
          <p:grpSpPr>
            <a:xfrm>
              <a:off x="-1252333" y="2715185"/>
              <a:ext cx="2776566" cy="436736"/>
              <a:chOff x="-26865" y="2715185"/>
              <a:chExt cx="2776566" cy="436736"/>
            </a:xfrm>
          </p:grpSpPr>
          <p:cxnSp>
            <p:nvCxnSpPr>
              <p:cNvPr id="1936" name="Google Shape;1936;g3f173680aaf_49_6423"/>
              <p:cNvCxnSpPr/>
              <p:nvPr/>
            </p:nvCxnSpPr>
            <p:spPr>
              <a:xfrm>
                <a:off x="-26865" y="3151921"/>
                <a:ext cx="1402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937" name="Google Shape;1937;g3f173680aaf_49_6423"/>
              <p:cNvCxnSpPr/>
              <p:nvPr/>
            </p:nvCxnSpPr>
            <p:spPr>
              <a:xfrm rot="10800000" flipH="1">
                <a:off x="1368303" y="2877121"/>
                <a:ext cx="327300" cy="274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938" name="Google Shape;1938;g3f173680aaf_49_6423"/>
              <p:cNvCxnSpPr/>
              <p:nvPr/>
            </p:nvCxnSpPr>
            <p:spPr>
              <a:xfrm>
                <a:off x="1695690" y="2877197"/>
                <a:ext cx="7632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939" name="Google Shape;1939;g3f173680aaf_49_6423"/>
              <p:cNvSpPr/>
              <p:nvPr/>
            </p:nvSpPr>
            <p:spPr>
              <a:xfrm>
                <a:off x="2432901" y="2715185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40" name="Google Shape;1940;g3f173680aaf_49_6423"/>
            <p:cNvGrpSpPr/>
            <p:nvPr/>
          </p:nvGrpSpPr>
          <p:grpSpPr>
            <a:xfrm>
              <a:off x="-1225468" y="3843225"/>
              <a:ext cx="2802416" cy="433146"/>
              <a:chOff x="-34420" y="3843718"/>
              <a:chExt cx="2802416" cy="433146"/>
            </a:xfrm>
          </p:grpSpPr>
          <p:cxnSp>
            <p:nvCxnSpPr>
              <p:cNvPr id="1941" name="Google Shape;1941;g3f173680aaf_49_6423"/>
              <p:cNvCxnSpPr/>
              <p:nvPr/>
            </p:nvCxnSpPr>
            <p:spPr>
              <a:xfrm>
                <a:off x="-34420" y="3843718"/>
                <a:ext cx="1402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942" name="Google Shape;1942;g3f173680aaf_49_6423"/>
              <p:cNvCxnSpPr/>
              <p:nvPr/>
            </p:nvCxnSpPr>
            <p:spPr>
              <a:xfrm>
                <a:off x="1360748" y="3843718"/>
                <a:ext cx="327300" cy="274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943" name="Google Shape;1943;g3f173680aaf_49_6423"/>
              <p:cNvCxnSpPr/>
              <p:nvPr/>
            </p:nvCxnSpPr>
            <p:spPr>
              <a:xfrm>
                <a:off x="1688135" y="4118442"/>
                <a:ext cx="7632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944" name="Google Shape;1944;g3f173680aaf_49_6423"/>
              <p:cNvSpPr/>
              <p:nvPr/>
            </p:nvSpPr>
            <p:spPr>
              <a:xfrm>
                <a:off x="2451196" y="3960064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945" name="Google Shape;1945;g3f173680aaf_49_6423"/>
          <p:cNvSpPr/>
          <p:nvPr/>
        </p:nvSpPr>
        <p:spPr>
          <a:xfrm>
            <a:off x="8943443" y="4937355"/>
            <a:ext cx="175500" cy="175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6" name="Google Shape;1946;g3f173680aaf_49_6423"/>
          <p:cNvSpPr txBox="1">
            <a:spLocks noGrp="1"/>
          </p:cNvSpPr>
          <p:nvPr>
            <p:ph type="sldNum" idx="12"/>
          </p:nvPr>
        </p:nvSpPr>
        <p:spPr>
          <a:xfrm>
            <a:off x="8925300" y="4924800"/>
            <a:ext cx="218700" cy="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47" name="Google Shape;1947;g3f173680aaf_49_6423"/>
          <p:cNvSpPr txBox="1"/>
          <p:nvPr/>
        </p:nvSpPr>
        <p:spPr>
          <a:xfrm>
            <a:off x="3526973" y="480061"/>
            <a:ext cx="2271600" cy="484800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68575" tIns="34275" rIns="68575" bIns="3427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MỤC TIÊU</a:t>
            </a:r>
            <a:endParaRPr sz="2700" b="1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8" name="Google Shape;1948;g3f173680aaf_49_6423"/>
          <p:cNvSpPr txBox="1">
            <a:spLocks noGrp="1"/>
          </p:cNvSpPr>
          <p:nvPr>
            <p:ph type="body" idx="1"/>
          </p:nvPr>
        </p:nvSpPr>
        <p:spPr>
          <a:xfrm>
            <a:off x="2051358" y="964760"/>
            <a:ext cx="5041500" cy="35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33655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AutoNum type="arabicPeriod"/>
              <a:defRPr sz="170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949" name="Google Shape;1949;g3f173680aaf_49_6423"/>
          <p:cNvSpPr/>
          <p:nvPr/>
        </p:nvSpPr>
        <p:spPr>
          <a:xfrm rot="10800000">
            <a:off x="13" y="83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50" name="Google Shape;1950;g3f173680aaf_49_6423"/>
          <p:cNvGrpSpPr/>
          <p:nvPr/>
        </p:nvGrpSpPr>
        <p:grpSpPr>
          <a:xfrm>
            <a:off x="43967" y="30708"/>
            <a:ext cx="2152257" cy="664889"/>
            <a:chOff x="44974" y="27296"/>
            <a:chExt cx="2869676" cy="886519"/>
          </a:xfrm>
        </p:grpSpPr>
        <p:cxnSp>
          <p:nvCxnSpPr>
            <p:cNvPr id="1951" name="Google Shape;1951;g3f173680aaf_49_6423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952" name="Google Shape;1952;g3f173680aaf_49_6423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953" name="Google Shape;1953;g3f173680aaf_49_6423"/>
            <p:cNvCxnSpPr/>
            <p:nvPr/>
          </p:nvCxnSpPr>
          <p:spPr>
            <a:xfrm rot="10800000">
              <a:off x="52214" y="654015"/>
              <a:ext cx="0" cy="2598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pic>
        <p:nvPicPr>
          <p:cNvPr id="1954" name="Google Shape;1954;g3f173680aaf_49_6423" descr="A picture containing clipart, vector graphic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9479" y="271978"/>
            <a:ext cx="408216" cy="337660"/>
          </a:xfrm>
          <a:prstGeom prst="rect">
            <a:avLst/>
          </a:prstGeom>
          <a:noFill/>
          <a:ln>
            <a:noFill/>
          </a:ln>
        </p:spPr>
      </p:pic>
      <p:sp>
        <p:nvSpPr>
          <p:cNvPr id="1955" name="Google Shape;1955;g3f173680aaf_49_6423"/>
          <p:cNvSpPr txBox="1">
            <a:spLocks noGrp="1"/>
          </p:cNvSpPr>
          <p:nvPr>
            <p:ph type="dt" idx="10"/>
          </p:nvPr>
        </p:nvSpPr>
        <p:spPr>
          <a:xfrm>
            <a:off x="597017" y="4840976"/>
            <a:ext cx="15993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 sanh 1">
  <p:cSld name="So sanh 1">
    <p:spTree>
      <p:nvGrpSpPr>
        <p:cNvPr id="1" name="Shape 1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7" name="Google Shape;1957;g3f173680aaf_49_6503"/>
          <p:cNvSpPr/>
          <p:nvPr/>
        </p:nvSpPr>
        <p:spPr>
          <a:xfrm rot="10800000">
            <a:off x="-1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8" name="Google Shape;1958;g3f173680aaf_49_6503"/>
          <p:cNvSpPr/>
          <p:nvPr/>
        </p:nvSpPr>
        <p:spPr>
          <a:xfrm rot="10800000">
            <a:off x="13" y="83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59" name="Google Shape;1959;g3f173680aaf_49_6503"/>
          <p:cNvGrpSpPr/>
          <p:nvPr/>
        </p:nvGrpSpPr>
        <p:grpSpPr>
          <a:xfrm>
            <a:off x="43967" y="40719"/>
            <a:ext cx="2152257" cy="1172534"/>
            <a:chOff x="44974" y="27296"/>
            <a:chExt cx="2869676" cy="1563379"/>
          </a:xfrm>
        </p:grpSpPr>
        <p:cxnSp>
          <p:nvCxnSpPr>
            <p:cNvPr id="1960" name="Google Shape;1960;g3f173680aaf_49_6503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961" name="Google Shape;1961;g3f173680aaf_49_6503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962" name="Google Shape;1962;g3f173680aaf_49_6503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1963" name="Google Shape;1963;g3f173680aaf_49_6503"/>
          <p:cNvSpPr/>
          <p:nvPr/>
        </p:nvSpPr>
        <p:spPr>
          <a:xfrm>
            <a:off x="8607287" y="4680817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4" name="Google Shape;1964;g3f173680aaf_49_6503"/>
          <p:cNvSpPr txBox="1">
            <a:spLocks noGrp="1"/>
          </p:cNvSpPr>
          <p:nvPr>
            <p:ph type="body" idx="1"/>
          </p:nvPr>
        </p:nvSpPr>
        <p:spPr>
          <a:xfrm>
            <a:off x="580608" y="925369"/>
            <a:ext cx="3901500" cy="3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965" name="Google Shape;1965;g3f173680aaf_49_6503"/>
          <p:cNvSpPr txBox="1">
            <a:spLocks noGrp="1"/>
          </p:cNvSpPr>
          <p:nvPr>
            <p:ph type="ftr" idx="11"/>
          </p:nvPr>
        </p:nvSpPr>
        <p:spPr>
          <a:xfrm>
            <a:off x="580610" y="4856715"/>
            <a:ext cx="32340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grpSp>
        <p:nvGrpSpPr>
          <p:cNvPr id="1966" name="Google Shape;1966;g3f173680aaf_49_6503"/>
          <p:cNvGrpSpPr/>
          <p:nvPr/>
        </p:nvGrpSpPr>
        <p:grpSpPr>
          <a:xfrm>
            <a:off x="12020" y="3471965"/>
            <a:ext cx="325800" cy="1671646"/>
            <a:chOff x="16026" y="4629289"/>
            <a:chExt cx="434400" cy="2228861"/>
          </a:xfrm>
        </p:grpSpPr>
        <p:sp>
          <p:nvSpPr>
            <p:cNvPr id="1967" name="Google Shape;1967;g3f173680aaf_49_6503"/>
            <p:cNvSpPr/>
            <p:nvPr/>
          </p:nvSpPr>
          <p:spPr>
            <a:xfrm>
              <a:off x="16026" y="4629289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8" name="Google Shape;1968;g3f173680aaf_49_6503"/>
            <p:cNvSpPr/>
            <p:nvPr/>
          </p:nvSpPr>
          <p:spPr>
            <a:xfrm>
              <a:off x="16026" y="5005641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9" name="Google Shape;1969;g3f173680aaf_49_6503"/>
            <p:cNvSpPr/>
            <p:nvPr/>
          </p:nvSpPr>
          <p:spPr>
            <a:xfrm>
              <a:off x="16026" y="5381993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0" name="Google Shape;1970;g3f173680aaf_49_6503"/>
            <p:cNvSpPr/>
            <p:nvPr/>
          </p:nvSpPr>
          <p:spPr>
            <a:xfrm>
              <a:off x="16026" y="5758345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1" name="Google Shape;1971;g3f173680aaf_49_6503"/>
            <p:cNvSpPr/>
            <p:nvPr/>
          </p:nvSpPr>
          <p:spPr>
            <a:xfrm>
              <a:off x="16026" y="6134697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2" name="Google Shape;1972;g3f173680aaf_49_6503"/>
            <p:cNvSpPr/>
            <p:nvPr/>
          </p:nvSpPr>
          <p:spPr>
            <a:xfrm>
              <a:off x="16026" y="6511050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73" name="Google Shape;1973;g3f173680aaf_49_6503"/>
          <p:cNvSpPr txBox="1">
            <a:spLocks noGrp="1"/>
          </p:cNvSpPr>
          <p:nvPr>
            <p:ph type="dt" idx="10"/>
          </p:nvPr>
        </p:nvSpPr>
        <p:spPr>
          <a:xfrm>
            <a:off x="4835585" y="4856715"/>
            <a:ext cx="15675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74" name="Google Shape;1974;g3f173680aaf_49_6503"/>
          <p:cNvSpPr/>
          <p:nvPr/>
        </p:nvSpPr>
        <p:spPr>
          <a:xfrm>
            <a:off x="8692153" y="79409"/>
            <a:ext cx="366980" cy="303866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5" name="Google Shape;1975;g3f173680aaf_49_6503"/>
          <p:cNvSpPr/>
          <p:nvPr/>
        </p:nvSpPr>
        <p:spPr>
          <a:xfrm>
            <a:off x="69722" y="4907206"/>
            <a:ext cx="210300" cy="2103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6" name="Google Shape;1976;g3f173680aaf_49_6503"/>
          <p:cNvSpPr txBox="1">
            <a:spLocks noGrp="1"/>
          </p:cNvSpPr>
          <p:nvPr>
            <p:ph type="sldNum" idx="12"/>
          </p:nvPr>
        </p:nvSpPr>
        <p:spPr>
          <a:xfrm>
            <a:off x="43785" y="4881269"/>
            <a:ext cx="2622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977" name="Google Shape;1977;g3f173680aaf_49_6503"/>
          <p:cNvGrpSpPr/>
          <p:nvPr/>
        </p:nvGrpSpPr>
        <p:grpSpPr>
          <a:xfrm rot="10800000">
            <a:off x="6949022" y="3934533"/>
            <a:ext cx="2152257" cy="1172534"/>
            <a:chOff x="44974" y="27296"/>
            <a:chExt cx="2869676" cy="1563379"/>
          </a:xfrm>
        </p:grpSpPr>
        <p:cxnSp>
          <p:nvCxnSpPr>
            <p:cNvPr id="1978" name="Google Shape;1978;g3f173680aaf_49_6503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979" name="Google Shape;1979;g3f173680aaf_49_6503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1980" name="Google Shape;1980;g3f173680aaf_49_6503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1981" name="Google Shape;1981;g3f173680aaf_49_6503"/>
          <p:cNvSpPr txBox="1">
            <a:spLocks noGrp="1"/>
          </p:cNvSpPr>
          <p:nvPr>
            <p:ph type="body" idx="2"/>
          </p:nvPr>
        </p:nvSpPr>
        <p:spPr>
          <a:xfrm>
            <a:off x="4613850" y="921367"/>
            <a:ext cx="3901500" cy="3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982" name="Google Shape;1982;g3f173680aaf_49_6503"/>
          <p:cNvSpPr txBox="1">
            <a:spLocks noGrp="1"/>
          </p:cNvSpPr>
          <p:nvPr>
            <p:ph type="title"/>
          </p:nvPr>
        </p:nvSpPr>
        <p:spPr>
          <a:xfrm>
            <a:off x="580609" y="167973"/>
            <a:ext cx="7935000" cy="5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72FF"/>
              </a:buClr>
              <a:buSzPts val="3300"/>
              <a:buFont typeface="Times New Roman"/>
              <a:buNone/>
              <a:defRPr sz="33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Mục lục">
  <p:cSld name="2_Mục lục">
    <p:spTree>
      <p:nvGrpSpPr>
        <p:cNvPr id="1" name="Shape 1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4" name="Google Shape;1984;g3f173680aaf_49_6530"/>
          <p:cNvSpPr/>
          <p:nvPr/>
        </p:nvSpPr>
        <p:spPr>
          <a:xfrm>
            <a:off x="8607287" y="4680817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85" name="Google Shape;1985;g3f173680aaf_49_6530"/>
          <p:cNvGrpSpPr/>
          <p:nvPr/>
        </p:nvGrpSpPr>
        <p:grpSpPr>
          <a:xfrm rot="10800000">
            <a:off x="6947777" y="4447903"/>
            <a:ext cx="2152257" cy="664889"/>
            <a:chOff x="44974" y="27296"/>
            <a:chExt cx="2869676" cy="886519"/>
          </a:xfrm>
        </p:grpSpPr>
        <p:cxnSp>
          <p:nvCxnSpPr>
            <p:cNvPr id="1986" name="Google Shape;1986;g3f173680aaf_49_6530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87" name="Google Shape;1987;g3f173680aaf_49_6530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88" name="Google Shape;1988;g3f173680aaf_49_6530"/>
            <p:cNvCxnSpPr/>
            <p:nvPr/>
          </p:nvCxnSpPr>
          <p:spPr>
            <a:xfrm rot="10800000">
              <a:off x="52214" y="654015"/>
              <a:ext cx="0" cy="25980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989" name="Google Shape;1989;g3f173680aaf_49_6530"/>
          <p:cNvSpPr txBox="1">
            <a:spLocks noGrp="1"/>
          </p:cNvSpPr>
          <p:nvPr>
            <p:ph type="ftr" idx="11"/>
          </p:nvPr>
        </p:nvSpPr>
        <p:spPr>
          <a:xfrm>
            <a:off x="2599082" y="4849586"/>
            <a:ext cx="3945900" cy="1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grpSp>
        <p:nvGrpSpPr>
          <p:cNvPr id="1990" name="Google Shape;1990;g3f173680aaf_49_6530"/>
          <p:cNvGrpSpPr/>
          <p:nvPr/>
        </p:nvGrpSpPr>
        <p:grpSpPr>
          <a:xfrm>
            <a:off x="-944916" y="841043"/>
            <a:ext cx="3631000" cy="3790500"/>
            <a:chOff x="-1259888" y="901609"/>
            <a:chExt cx="4841333" cy="5054000"/>
          </a:xfrm>
        </p:grpSpPr>
        <p:grpSp>
          <p:nvGrpSpPr>
            <p:cNvPr id="1991" name="Google Shape;1991;g3f173680aaf_49_6530"/>
            <p:cNvGrpSpPr/>
            <p:nvPr/>
          </p:nvGrpSpPr>
          <p:grpSpPr>
            <a:xfrm>
              <a:off x="-1225468" y="901609"/>
              <a:ext cx="4806913" cy="664514"/>
              <a:chOff x="0" y="901609"/>
              <a:chExt cx="4806913" cy="664514"/>
            </a:xfrm>
          </p:grpSpPr>
          <p:cxnSp>
            <p:nvCxnSpPr>
              <p:cNvPr id="1992" name="Google Shape;1992;g3f173680aaf_49_6530"/>
              <p:cNvCxnSpPr/>
              <p:nvPr/>
            </p:nvCxnSpPr>
            <p:spPr>
              <a:xfrm>
                <a:off x="0" y="1566123"/>
                <a:ext cx="2533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993" name="Google Shape;1993;g3f173680aaf_49_6530"/>
              <p:cNvCxnSpPr/>
              <p:nvPr/>
            </p:nvCxnSpPr>
            <p:spPr>
              <a:xfrm rot="10800000" flipH="1">
                <a:off x="2520285" y="1060023"/>
                <a:ext cx="591300" cy="5061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994" name="Google Shape;1994;g3f173680aaf_49_6530"/>
              <p:cNvCxnSpPr/>
              <p:nvPr/>
            </p:nvCxnSpPr>
            <p:spPr>
              <a:xfrm>
                <a:off x="3111690" y="1059987"/>
                <a:ext cx="13785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995" name="Google Shape;1995;g3f173680aaf_49_6530"/>
              <p:cNvSpPr/>
              <p:nvPr/>
            </p:nvSpPr>
            <p:spPr>
              <a:xfrm>
                <a:off x="4490113" y="901609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96" name="Google Shape;1996;g3f173680aaf_49_6530"/>
            <p:cNvGrpSpPr/>
            <p:nvPr/>
          </p:nvGrpSpPr>
          <p:grpSpPr>
            <a:xfrm rot="10800000" flipH="1">
              <a:off x="-1225468" y="5291095"/>
              <a:ext cx="4806913" cy="664514"/>
              <a:chOff x="0" y="1232525"/>
              <a:chExt cx="4806913" cy="664514"/>
            </a:xfrm>
          </p:grpSpPr>
          <p:cxnSp>
            <p:nvCxnSpPr>
              <p:cNvPr id="1997" name="Google Shape;1997;g3f173680aaf_49_6530"/>
              <p:cNvCxnSpPr/>
              <p:nvPr/>
            </p:nvCxnSpPr>
            <p:spPr>
              <a:xfrm>
                <a:off x="0" y="1897039"/>
                <a:ext cx="2533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998" name="Google Shape;1998;g3f173680aaf_49_6530"/>
              <p:cNvCxnSpPr/>
              <p:nvPr/>
            </p:nvCxnSpPr>
            <p:spPr>
              <a:xfrm rot="10800000" flipH="1">
                <a:off x="2520285" y="1390939"/>
                <a:ext cx="591300" cy="5061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999" name="Google Shape;1999;g3f173680aaf_49_6530"/>
              <p:cNvCxnSpPr/>
              <p:nvPr/>
            </p:nvCxnSpPr>
            <p:spPr>
              <a:xfrm>
                <a:off x="3111690" y="1390903"/>
                <a:ext cx="13785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000" name="Google Shape;2000;g3f173680aaf_49_6530"/>
              <p:cNvSpPr/>
              <p:nvPr/>
            </p:nvSpPr>
            <p:spPr>
              <a:xfrm>
                <a:off x="4490113" y="1232525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01" name="Google Shape;2001;g3f173680aaf_49_6530"/>
            <p:cNvGrpSpPr/>
            <p:nvPr/>
          </p:nvGrpSpPr>
          <p:grpSpPr>
            <a:xfrm>
              <a:off x="-1225469" y="1860637"/>
              <a:ext cx="3835366" cy="547270"/>
              <a:chOff x="-1" y="1860637"/>
              <a:chExt cx="3835366" cy="547270"/>
            </a:xfrm>
          </p:grpSpPr>
          <p:sp>
            <p:nvSpPr>
              <p:cNvPr id="2002" name="Google Shape;2002;g3f173680aaf_49_6530"/>
              <p:cNvSpPr/>
              <p:nvPr/>
            </p:nvSpPr>
            <p:spPr>
              <a:xfrm>
                <a:off x="3518565" y="1860637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003" name="Google Shape;2003;g3f173680aaf_49_6530"/>
              <p:cNvCxnSpPr/>
              <p:nvPr/>
            </p:nvCxnSpPr>
            <p:spPr>
              <a:xfrm>
                <a:off x="-1" y="2407907"/>
                <a:ext cx="19857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004" name="Google Shape;2004;g3f173680aaf_49_6530"/>
              <p:cNvCxnSpPr/>
              <p:nvPr/>
            </p:nvCxnSpPr>
            <p:spPr>
              <a:xfrm rot="10800000" flipH="1">
                <a:off x="1974958" y="2019107"/>
                <a:ext cx="463500" cy="388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005" name="Google Shape;2005;g3f173680aaf_49_6530"/>
              <p:cNvCxnSpPr/>
              <p:nvPr/>
            </p:nvCxnSpPr>
            <p:spPr>
              <a:xfrm>
                <a:off x="2438398" y="2019015"/>
                <a:ext cx="10803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2006" name="Google Shape;2006;g3f173680aaf_49_6530"/>
            <p:cNvGrpSpPr/>
            <p:nvPr/>
          </p:nvGrpSpPr>
          <p:grpSpPr>
            <a:xfrm rot="10800000" flipH="1">
              <a:off x="-1259888" y="4408929"/>
              <a:ext cx="3835366" cy="547270"/>
              <a:chOff x="-1" y="1860637"/>
              <a:chExt cx="3835366" cy="547270"/>
            </a:xfrm>
          </p:grpSpPr>
          <p:sp>
            <p:nvSpPr>
              <p:cNvPr id="2007" name="Google Shape;2007;g3f173680aaf_49_6530"/>
              <p:cNvSpPr/>
              <p:nvPr/>
            </p:nvSpPr>
            <p:spPr>
              <a:xfrm>
                <a:off x="3518565" y="1860637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008" name="Google Shape;2008;g3f173680aaf_49_6530"/>
              <p:cNvCxnSpPr/>
              <p:nvPr/>
            </p:nvCxnSpPr>
            <p:spPr>
              <a:xfrm>
                <a:off x="-1" y="2407907"/>
                <a:ext cx="19857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009" name="Google Shape;2009;g3f173680aaf_49_6530"/>
              <p:cNvCxnSpPr/>
              <p:nvPr/>
            </p:nvCxnSpPr>
            <p:spPr>
              <a:xfrm rot="10800000" flipH="1">
                <a:off x="1974958" y="2019107"/>
                <a:ext cx="463500" cy="388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010" name="Google Shape;2010;g3f173680aaf_49_6530"/>
              <p:cNvCxnSpPr/>
              <p:nvPr/>
            </p:nvCxnSpPr>
            <p:spPr>
              <a:xfrm>
                <a:off x="2438398" y="2019015"/>
                <a:ext cx="10803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2011" name="Google Shape;2011;g3f173680aaf_49_6530"/>
            <p:cNvGrpSpPr/>
            <p:nvPr/>
          </p:nvGrpSpPr>
          <p:grpSpPr>
            <a:xfrm>
              <a:off x="-1252333" y="2715185"/>
              <a:ext cx="2776566" cy="436736"/>
              <a:chOff x="-26865" y="2715185"/>
              <a:chExt cx="2776566" cy="436736"/>
            </a:xfrm>
          </p:grpSpPr>
          <p:cxnSp>
            <p:nvCxnSpPr>
              <p:cNvPr id="2012" name="Google Shape;2012;g3f173680aaf_49_6530"/>
              <p:cNvCxnSpPr/>
              <p:nvPr/>
            </p:nvCxnSpPr>
            <p:spPr>
              <a:xfrm>
                <a:off x="-26865" y="3151921"/>
                <a:ext cx="1402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013" name="Google Shape;2013;g3f173680aaf_49_6530"/>
              <p:cNvCxnSpPr/>
              <p:nvPr/>
            </p:nvCxnSpPr>
            <p:spPr>
              <a:xfrm rot="10800000" flipH="1">
                <a:off x="1368303" y="2877121"/>
                <a:ext cx="327300" cy="274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014" name="Google Shape;2014;g3f173680aaf_49_6530"/>
              <p:cNvCxnSpPr/>
              <p:nvPr/>
            </p:nvCxnSpPr>
            <p:spPr>
              <a:xfrm>
                <a:off x="1695690" y="2877197"/>
                <a:ext cx="7632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015" name="Google Shape;2015;g3f173680aaf_49_6530"/>
              <p:cNvSpPr/>
              <p:nvPr/>
            </p:nvSpPr>
            <p:spPr>
              <a:xfrm>
                <a:off x="2432901" y="2715185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16" name="Google Shape;2016;g3f173680aaf_49_6530"/>
            <p:cNvGrpSpPr/>
            <p:nvPr/>
          </p:nvGrpSpPr>
          <p:grpSpPr>
            <a:xfrm>
              <a:off x="-1225468" y="3843225"/>
              <a:ext cx="2802416" cy="433146"/>
              <a:chOff x="-34420" y="3843718"/>
              <a:chExt cx="2802416" cy="433146"/>
            </a:xfrm>
          </p:grpSpPr>
          <p:cxnSp>
            <p:nvCxnSpPr>
              <p:cNvPr id="2017" name="Google Shape;2017;g3f173680aaf_49_6530"/>
              <p:cNvCxnSpPr/>
              <p:nvPr/>
            </p:nvCxnSpPr>
            <p:spPr>
              <a:xfrm>
                <a:off x="-34420" y="3843718"/>
                <a:ext cx="1402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018" name="Google Shape;2018;g3f173680aaf_49_6530"/>
              <p:cNvCxnSpPr/>
              <p:nvPr/>
            </p:nvCxnSpPr>
            <p:spPr>
              <a:xfrm>
                <a:off x="1360748" y="3843718"/>
                <a:ext cx="327300" cy="274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019" name="Google Shape;2019;g3f173680aaf_49_6530"/>
              <p:cNvCxnSpPr/>
              <p:nvPr/>
            </p:nvCxnSpPr>
            <p:spPr>
              <a:xfrm>
                <a:off x="1688135" y="4118442"/>
                <a:ext cx="7632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020" name="Google Shape;2020;g3f173680aaf_49_6530"/>
              <p:cNvSpPr/>
              <p:nvPr/>
            </p:nvSpPr>
            <p:spPr>
              <a:xfrm>
                <a:off x="2451196" y="3960064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021" name="Google Shape;2021;g3f173680aaf_49_6530"/>
          <p:cNvGrpSpPr/>
          <p:nvPr/>
        </p:nvGrpSpPr>
        <p:grpSpPr>
          <a:xfrm flipH="1">
            <a:off x="6455699" y="841043"/>
            <a:ext cx="3631000" cy="3790500"/>
            <a:chOff x="-1259888" y="901609"/>
            <a:chExt cx="4841333" cy="5054000"/>
          </a:xfrm>
        </p:grpSpPr>
        <p:grpSp>
          <p:nvGrpSpPr>
            <p:cNvPr id="2022" name="Google Shape;2022;g3f173680aaf_49_6530"/>
            <p:cNvGrpSpPr/>
            <p:nvPr/>
          </p:nvGrpSpPr>
          <p:grpSpPr>
            <a:xfrm>
              <a:off x="-1225468" y="901609"/>
              <a:ext cx="4806913" cy="664514"/>
              <a:chOff x="0" y="901609"/>
              <a:chExt cx="4806913" cy="664514"/>
            </a:xfrm>
          </p:grpSpPr>
          <p:cxnSp>
            <p:nvCxnSpPr>
              <p:cNvPr id="2023" name="Google Shape;2023;g3f173680aaf_49_6530"/>
              <p:cNvCxnSpPr/>
              <p:nvPr/>
            </p:nvCxnSpPr>
            <p:spPr>
              <a:xfrm>
                <a:off x="0" y="1566123"/>
                <a:ext cx="2533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024" name="Google Shape;2024;g3f173680aaf_49_6530"/>
              <p:cNvCxnSpPr/>
              <p:nvPr/>
            </p:nvCxnSpPr>
            <p:spPr>
              <a:xfrm rot="10800000" flipH="1">
                <a:off x="2520285" y="1060023"/>
                <a:ext cx="591300" cy="5061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025" name="Google Shape;2025;g3f173680aaf_49_6530"/>
              <p:cNvCxnSpPr/>
              <p:nvPr/>
            </p:nvCxnSpPr>
            <p:spPr>
              <a:xfrm>
                <a:off x="3111690" y="1059987"/>
                <a:ext cx="13785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026" name="Google Shape;2026;g3f173680aaf_49_6530"/>
              <p:cNvSpPr/>
              <p:nvPr/>
            </p:nvSpPr>
            <p:spPr>
              <a:xfrm>
                <a:off x="4490113" y="901609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27" name="Google Shape;2027;g3f173680aaf_49_6530"/>
            <p:cNvGrpSpPr/>
            <p:nvPr/>
          </p:nvGrpSpPr>
          <p:grpSpPr>
            <a:xfrm rot="10800000" flipH="1">
              <a:off x="-1225468" y="5291095"/>
              <a:ext cx="4806913" cy="664514"/>
              <a:chOff x="0" y="1232525"/>
              <a:chExt cx="4806913" cy="664514"/>
            </a:xfrm>
          </p:grpSpPr>
          <p:cxnSp>
            <p:nvCxnSpPr>
              <p:cNvPr id="2028" name="Google Shape;2028;g3f173680aaf_49_6530"/>
              <p:cNvCxnSpPr/>
              <p:nvPr/>
            </p:nvCxnSpPr>
            <p:spPr>
              <a:xfrm>
                <a:off x="0" y="1897039"/>
                <a:ext cx="2533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029" name="Google Shape;2029;g3f173680aaf_49_6530"/>
              <p:cNvCxnSpPr/>
              <p:nvPr/>
            </p:nvCxnSpPr>
            <p:spPr>
              <a:xfrm rot="10800000" flipH="1">
                <a:off x="2520285" y="1390939"/>
                <a:ext cx="591300" cy="5061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030" name="Google Shape;2030;g3f173680aaf_49_6530"/>
              <p:cNvCxnSpPr/>
              <p:nvPr/>
            </p:nvCxnSpPr>
            <p:spPr>
              <a:xfrm>
                <a:off x="3111690" y="1390903"/>
                <a:ext cx="13785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031" name="Google Shape;2031;g3f173680aaf_49_6530"/>
              <p:cNvSpPr/>
              <p:nvPr/>
            </p:nvSpPr>
            <p:spPr>
              <a:xfrm>
                <a:off x="4490113" y="1232525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32" name="Google Shape;2032;g3f173680aaf_49_6530"/>
            <p:cNvGrpSpPr/>
            <p:nvPr/>
          </p:nvGrpSpPr>
          <p:grpSpPr>
            <a:xfrm>
              <a:off x="-1225469" y="1860637"/>
              <a:ext cx="3835366" cy="547270"/>
              <a:chOff x="-1" y="1860637"/>
              <a:chExt cx="3835366" cy="547270"/>
            </a:xfrm>
          </p:grpSpPr>
          <p:sp>
            <p:nvSpPr>
              <p:cNvPr id="2033" name="Google Shape;2033;g3f173680aaf_49_6530"/>
              <p:cNvSpPr/>
              <p:nvPr/>
            </p:nvSpPr>
            <p:spPr>
              <a:xfrm>
                <a:off x="3518565" y="1860637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034" name="Google Shape;2034;g3f173680aaf_49_6530"/>
              <p:cNvCxnSpPr/>
              <p:nvPr/>
            </p:nvCxnSpPr>
            <p:spPr>
              <a:xfrm>
                <a:off x="-1" y="2407907"/>
                <a:ext cx="19857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035" name="Google Shape;2035;g3f173680aaf_49_6530"/>
              <p:cNvCxnSpPr/>
              <p:nvPr/>
            </p:nvCxnSpPr>
            <p:spPr>
              <a:xfrm rot="10800000" flipH="1">
                <a:off x="1974958" y="2019107"/>
                <a:ext cx="463500" cy="388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036" name="Google Shape;2036;g3f173680aaf_49_6530"/>
              <p:cNvCxnSpPr/>
              <p:nvPr/>
            </p:nvCxnSpPr>
            <p:spPr>
              <a:xfrm>
                <a:off x="2438398" y="2019015"/>
                <a:ext cx="10803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2037" name="Google Shape;2037;g3f173680aaf_49_6530"/>
            <p:cNvGrpSpPr/>
            <p:nvPr/>
          </p:nvGrpSpPr>
          <p:grpSpPr>
            <a:xfrm rot="10800000" flipH="1">
              <a:off x="-1259888" y="4408929"/>
              <a:ext cx="3835366" cy="547270"/>
              <a:chOff x="-1" y="1860637"/>
              <a:chExt cx="3835366" cy="547270"/>
            </a:xfrm>
          </p:grpSpPr>
          <p:sp>
            <p:nvSpPr>
              <p:cNvPr id="2038" name="Google Shape;2038;g3f173680aaf_49_6530"/>
              <p:cNvSpPr/>
              <p:nvPr/>
            </p:nvSpPr>
            <p:spPr>
              <a:xfrm>
                <a:off x="3518565" y="1860637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039" name="Google Shape;2039;g3f173680aaf_49_6530"/>
              <p:cNvCxnSpPr/>
              <p:nvPr/>
            </p:nvCxnSpPr>
            <p:spPr>
              <a:xfrm>
                <a:off x="-1" y="2407907"/>
                <a:ext cx="19857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040" name="Google Shape;2040;g3f173680aaf_49_6530"/>
              <p:cNvCxnSpPr/>
              <p:nvPr/>
            </p:nvCxnSpPr>
            <p:spPr>
              <a:xfrm rot="10800000" flipH="1">
                <a:off x="1974958" y="2019107"/>
                <a:ext cx="463500" cy="388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041" name="Google Shape;2041;g3f173680aaf_49_6530"/>
              <p:cNvCxnSpPr/>
              <p:nvPr/>
            </p:nvCxnSpPr>
            <p:spPr>
              <a:xfrm>
                <a:off x="2438398" y="2019015"/>
                <a:ext cx="10803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2042" name="Google Shape;2042;g3f173680aaf_49_6530"/>
            <p:cNvGrpSpPr/>
            <p:nvPr/>
          </p:nvGrpSpPr>
          <p:grpSpPr>
            <a:xfrm>
              <a:off x="-1252333" y="2715185"/>
              <a:ext cx="2776566" cy="436736"/>
              <a:chOff x="-26865" y="2715185"/>
              <a:chExt cx="2776566" cy="436736"/>
            </a:xfrm>
          </p:grpSpPr>
          <p:cxnSp>
            <p:nvCxnSpPr>
              <p:cNvPr id="2043" name="Google Shape;2043;g3f173680aaf_49_6530"/>
              <p:cNvCxnSpPr/>
              <p:nvPr/>
            </p:nvCxnSpPr>
            <p:spPr>
              <a:xfrm>
                <a:off x="-26865" y="3151921"/>
                <a:ext cx="1402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044" name="Google Shape;2044;g3f173680aaf_49_6530"/>
              <p:cNvCxnSpPr/>
              <p:nvPr/>
            </p:nvCxnSpPr>
            <p:spPr>
              <a:xfrm rot="10800000" flipH="1">
                <a:off x="1368303" y="2877121"/>
                <a:ext cx="327300" cy="274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045" name="Google Shape;2045;g3f173680aaf_49_6530"/>
              <p:cNvCxnSpPr/>
              <p:nvPr/>
            </p:nvCxnSpPr>
            <p:spPr>
              <a:xfrm>
                <a:off x="1695690" y="2877197"/>
                <a:ext cx="7632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046" name="Google Shape;2046;g3f173680aaf_49_6530"/>
              <p:cNvSpPr/>
              <p:nvPr/>
            </p:nvSpPr>
            <p:spPr>
              <a:xfrm>
                <a:off x="2432901" y="2715185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47" name="Google Shape;2047;g3f173680aaf_49_6530"/>
            <p:cNvGrpSpPr/>
            <p:nvPr/>
          </p:nvGrpSpPr>
          <p:grpSpPr>
            <a:xfrm>
              <a:off x="-1225468" y="3843225"/>
              <a:ext cx="2802416" cy="433146"/>
              <a:chOff x="-34420" y="3843718"/>
              <a:chExt cx="2802416" cy="433146"/>
            </a:xfrm>
          </p:grpSpPr>
          <p:cxnSp>
            <p:nvCxnSpPr>
              <p:cNvPr id="2048" name="Google Shape;2048;g3f173680aaf_49_6530"/>
              <p:cNvCxnSpPr/>
              <p:nvPr/>
            </p:nvCxnSpPr>
            <p:spPr>
              <a:xfrm>
                <a:off x="-34420" y="3843718"/>
                <a:ext cx="1402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049" name="Google Shape;2049;g3f173680aaf_49_6530"/>
              <p:cNvCxnSpPr/>
              <p:nvPr/>
            </p:nvCxnSpPr>
            <p:spPr>
              <a:xfrm>
                <a:off x="1360748" y="3843718"/>
                <a:ext cx="327300" cy="274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050" name="Google Shape;2050;g3f173680aaf_49_6530"/>
              <p:cNvCxnSpPr/>
              <p:nvPr/>
            </p:nvCxnSpPr>
            <p:spPr>
              <a:xfrm>
                <a:off x="1688135" y="4118442"/>
                <a:ext cx="7632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051" name="Google Shape;2051;g3f173680aaf_49_6530"/>
              <p:cNvSpPr/>
              <p:nvPr/>
            </p:nvSpPr>
            <p:spPr>
              <a:xfrm>
                <a:off x="2451196" y="3960064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/>
                  </a:gs>
                  <a:gs pos="100000">
                    <a:srgbClr val="00C6FF"/>
                  </a:gs>
                </a:gsLst>
                <a:lin ang="2700006" scaled="0"/>
              </a:gradFill>
              <a:ln w="9525" cap="rnd" cmpd="sng">
                <a:solidFill>
                  <a:srgbClr val="007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052" name="Google Shape;2052;g3f173680aaf_49_6530"/>
          <p:cNvSpPr/>
          <p:nvPr/>
        </p:nvSpPr>
        <p:spPr>
          <a:xfrm>
            <a:off x="8943443" y="4937355"/>
            <a:ext cx="175500" cy="175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3" name="Google Shape;2053;g3f173680aaf_49_6530"/>
          <p:cNvSpPr txBox="1">
            <a:spLocks noGrp="1"/>
          </p:cNvSpPr>
          <p:nvPr>
            <p:ph type="sldNum" idx="12"/>
          </p:nvPr>
        </p:nvSpPr>
        <p:spPr>
          <a:xfrm>
            <a:off x="8925300" y="4924800"/>
            <a:ext cx="218700" cy="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54" name="Google Shape;2054;g3f173680aaf_49_6530"/>
          <p:cNvSpPr txBox="1"/>
          <p:nvPr/>
        </p:nvSpPr>
        <p:spPr>
          <a:xfrm>
            <a:off x="3526973" y="480061"/>
            <a:ext cx="2271600" cy="484800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68575" tIns="34275" rIns="68575" bIns="3427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NỘI DUNG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5" name="Google Shape;2055;g3f173680aaf_49_6530"/>
          <p:cNvSpPr txBox="1">
            <a:spLocks noGrp="1"/>
          </p:cNvSpPr>
          <p:nvPr>
            <p:ph type="body" idx="1"/>
          </p:nvPr>
        </p:nvSpPr>
        <p:spPr>
          <a:xfrm>
            <a:off x="2051358" y="964760"/>
            <a:ext cx="5041500" cy="35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33655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AutoNum type="arabicPeriod"/>
              <a:defRPr sz="170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56" name="Google Shape;2056;g3f173680aaf_49_6530"/>
          <p:cNvSpPr/>
          <p:nvPr/>
        </p:nvSpPr>
        <p:spPr>
          <a:xfrm rot="10800000">
            <a:off x="13" y="83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57" name="Google Shape;2057;g3f173680aaf_49_6530"/>
          <p:cNvGrpSpPr/>
          <p:nvPr/>
        </p:nvGrpSpPr>
        <p:grpSpPr>
          <a:xfrm>
            <a:off x="43967" y="30708"/>
            <a:ext cx="2152257" cy="664889"/>
            <a:chOff x="44974" y="27296"/>
            <a:chExt cx="2869676" cy="886519"/>
          </a:xfrm>
        </p:grpSpPr>
        <p:cxnSp>
          <p:nvCxnSpPr>
            <p:cNvPr id="2058" name="Google Shape;2058;g3f173680aaf_49_6530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2059" name="Google Shape;2059;g3f173680aaf_49_6530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2060" name="Google Shape;2060;g3f173680aaf_49_6530"/>
            <p:cNvCxnSpPr/>
            <p:nvPr/>
          </p:nvCxnSpPr>
          <p:spPr>
            <a:xfrm rot="10800000">
              <a:off x="52214" y="654015"/>
              <a:ext cx="0" cy="2598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pic>
        <p:nvPicPr>
          <p:cNvPr id="2061" name="Google Shape;2061;g3f173680aaf_49_6530" descr="A picture containing clipart, vector graphic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9479" y="271978"/>
            <a:ext cx="408216" cy="337660"/>
          </a:xfrm>
          <a:prstGeom prst="rect">
            <a:avLst/>
          </a:prstGeom>
          <a:noFill/>
          <a:ln>
            <a:noFill/>
          </a:ln>
        </p:spPr>
      </p:pic>
      <p:sp>
        <p:nvSpPr>
          <p:cNvPr id="2062" name="Google Shape;2062;g3f173680aaf_49_6530"/>
          <p:cNvSpPr txBox="1">
            <a:spLocks noGrp="1"/>
          </p:cNvSpPr>
          <p:nvPr>
            <p:ph type="dt" idx="10"/>
          </p:nvPr>
        </p:nvSpPr>
        <p:spPr>
          <a:xfrm>
            <a:off x="597017" y="4840976"/>
            <a:ext cx="15993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êu đề chương">
  <p:cSld name="1_Tiêu đề chương">
    <p:spTree>
      <p:nvGrpSpPr>
        <p:cNvPr id="1" name="Shape 2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4" name="Google Shape;2064;g3f173680aaf_49_6610" descr="Background patter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-1"/>
            <a:ext cx="9144001" cy="514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065" name="Google Shape;2065;g3f173680aaf_49_66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0A4671">
                  <a:alpha val="74901"/>
                </a:srgbClr>
              </a:gs>
              <a:gs pos="100000">
                <a:srgbClr val="0A467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6" name="Google Shape;2066;g3f173680aaf_49_6610"/>
          <p:cNvSpPr/>
          <p:nvPr/>
        </p:nvSpPr>
        <p:spPr>
          <a:xfrm>
            <a:off x="12019" y="3471967"/>
            <a:ext cx="325800" cy="260400"/>
          </a:xfrm>
          <a:prstGeom prst="rect">
            <a:avLst/>
          </a:prstGeom>
          <a:solidFill>
            <a:srgbClr val="00F7FF"/>
          </a:solidFill>
          <a:ln w="9525" cap="flat" cmpd="sng">
            <a:solidFill>
              <a:srgbClr val="00F7F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7" name="Google Shape;2067;g3f173680aaf_49_6610"/>
          <p:cNvSpPr/>
          <p:nvPr/>
        </p:nvSpPr>
        <p:spPr>
          <a:xfrm>
            <a:off x="12019" y="3754231"/>
            <a:ext cx="325800" cy="260400"/>
          </a:xfrm>
          <a:prstGeom prst="rect">
            <a:avLst/>
          </a:prstGeom>
          <a:solidFill>
            <a:srgbClr val="00F7FF"/>
          </a:solidFill>
          <a:ln w="9525" cap="flat" cmpd="sng">
            <a:solidFill>
              <a:srgbClr val="00F7F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8" name="Google Shape;2068;g3f173680aaf_49_6610"/>
          <p:cNvSpPr/>
          <p:nvPr/>
        </p:nvSpPr>
        <p:spPr>
          <a:xfrm>
            <a:off x="12019" y="4036495"/>
            <a:ext cx="325800" cy="260400"/>
          </a:xfrm>
          <a:prstGeom prst="rect">
            <a:avLst/>
          </a:prstGeom>
          <a:solidFill>
            <a:srgbClr val="00F7FF"/>
          </a:solidFill>
          <a:ln w="9525" cap="flat" cmpd="sng">
            <a:solidFill>
              <a:srgbClr val="00F7F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9" name="Google Shape;2069;g3f173680aaf_49_6610"/>
          <p:cNvSpPr/>
          <p:nvPr/>
        </p:nvSpPr>
        <p:spPr>
          <a:xfrm>
            <a:off x="12019" y="4318759"/>
            <a:ext cx="325800" cy="260400"/>
          </a:xfrm>
          <a:prstGeom prst="rect">
            <a:avLst/>
          </a:prstGeom>
          <a:noFill/>
          <a:ln w="9525" cap="flat" cmpd="sng">
            <a:solidFill>
              <a:srgbClr val="00F7F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0" name="Google Shape;2070;g3f173680aaf_49_6610"/>
          <p:cNvSpPr/>
          <p:nvPr/>
        </p:nvSpPr>
        <p:spPr>
          <a:xfrm>
            <a:off x="12019" y="4601023"/>
            <a:ext cx="325800" cy="260400"/>
          </a:xfrm>
          <a:prstGeom prst="rect">
            <a:avLst/>
          </a:prstGeom>
          <a:noFill/>
          <a:ln w="9525" cap="flat" cmpd="sng">
            <a:solidFill>
              <a:srgbClr val="00F7F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1" name="Google Shape;2071;g3f173680aaf_49_6610"/>
          <p:cNvSpPr/>
          <p:nvPr/>
        </p:nvSpPr>
        <p:spPr>
          <a:xfrm>
            <a:off x="12019" y="4883288"/>
            <a:ext cx="325800" cy="260400"/>
          </a:xfrm>
          <a:prstGeom prst="rect">
            <a:avLst/>
          </a:prstGeom>
          <a:noFill/>
          <a:ln w="9525" cap="flat" cmpd="sng">
            <a:solidFill>
              <a:srgbClr val="00F7F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2" name="Google Shape;2072;g3f173680aaf_49_6610"/>
          <p:cNvSpPr/>
          <p:nvPr/>
        </p:nvSpPr>
        <p:spPr>
          <a:xfrm rot="10800000">
            <a:off x="13" y="83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73" name="Google Shape;2073;g3f173680aaf_49_6610"/>
          <p:cNvGrpSpPr/>
          <p:nvPr/>
        </p:nvGrpSpPr>
        <p:grpSpPr>
          <a:xfrm>
            <a:off x="43967" y="30708"/>
            <a:ext cx="2152257" cy="1172534"/>
            <a:chOff x="44974" y="27296"/>
            <a:chExt cx="2869676" cy="1563379"/>
          </a:xfrm>
        </p:grpSpPr>
        <p:cxnSp>
          <p:nvCxnSpPr>
            <p:cNvPr id="2074" name="Google Shape;2074;g3f173680aaf_49_6610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F7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2075" name="Google Shape;2075;g3f173680aaf_49_6610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F7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2076" name="Google Shape;2076;g3f173680aaf_49_6610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flat" cmpd="sng">
              <a:solidFill>
                <a:srgbClr val="00F7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2077" name="Google Shape;2077;g3f173680aaf_49_6610"/>
          <p:cNvSpPr/>
          <p:nvPr/>
        </p:nvSpPr>
        <p:spPr>
          <a:xfrm>
            <a:off x="8607287" y="4680817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78" name="Google Shape;2078;g3f173680aaf_49_6610"/>
          <p:cNvGrpSpPr/>
          <p:nvPr/>
        </p:nvGrpSpPr>
        <p:grpSpPr>
          <a:xfrm rot="10800000">
            <a:off x="6947777" y="3940258"/>
            <a:ext cx="2152257" cy="1172534"/>
            <a:chOff x="44974" y="27296"/>
            <a:chExt cx="2869676" cy="1563379"/>
          </a:xfrm>
        </p:grpSpPr>
        <p:cxnSp>
          <p:nvCxnSpPr>
            <p:cNvPr id="2079" name="Google Shape;2079;g3f173680aaf_49_6610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80" name="Google Shape;2080;g3f173680aaf_49_6610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81" name="Google Shape;2081;g3f173680aaf_49_6610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082" name="Google Shape;2082;g3f173680aaf_49_6610"/>
          <p:cNvSpPr/>
          <p:nvPr/>
        </p:nvSpPr>
        <p:spPr>
          <a:xfrm>
            <a:off x="8946554" y="4937363"/>
            <a:ext cx="175500" cy="175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3" name="Google Shape;2083;g3f173680aaf_49_6610"/>
          <p:cNvSpPr/>
          <p:nvPr/>
        </p:nvSpPr>
        <p:spPr>
          <a:xfrm>
            <a:off x="8692153" y="79409"/>
            <a:ext cx="366980" cy="303866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4" name="Google Shape;2084;g3f173680aaf_49_6610"/>
          <p:cNvSpPr txBox="1">
            <a:spLocks noGrp="1"/>
          </p:cNvSpPr>
          <p:nvPr>
            <p:ph type="sldNum" idx="12"/>
          </p:nvPr>
        </p:nvSpPr>
        <p:spPr>
          <a:xfrm>
            <a:off x="8924544" y="4906662"/>
            <a:ext cx="219300" cy="2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85" name="Google Shape;2085;g3f173680aaf_49_6610"/>
          <p:cNvSpPr txBox="1">
            <a:spLocks noGrp="1"/>
          </p:cNvSpPr>
          <p:nvPr>
            <p:ph type="body" idx="1"/>
          </p:nvPr>
        </p:nvSpPr>
        <p:spPr>
          <a:xfrm>
            <a:off x="1103197" y="1571270"/>
            <a:ext cx="4698300" cy="6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F7FF"/>
              </a:buClr>
              <a:buSzPts val="3300"/>
              <a:buNone/>
              <a:defRPr sz="3300" b="1">
                <a:solidFill>
                  <a:srgbClr val="00F7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86" name="Google Shape;2086;g3f173680aaf_49_6610"/>
          <p:cNvSpPr txBox="1">
            <a:spLocks noGrp="1"/>
          </p:cNvSpPr>
          <p:nvPr>
            <p:ph type="body" idx="2"/>
          </p:nvPr>
        </p:nvSpPr>
        <p:spPr>
          <a:xfrm>
            <a:off x="1103197" y="2376869"/>
            <a:ext cx="6685500" cy="5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87" name="Google Shape;2087;g3f173680aaf_49_6610"/>
          <p:cNvSpPr txBox="1">
            <a:spLocks noGrp="1"/>
          </p:cNvSpPr>
          <p:nvPr>
            <p:ph type="body" idx="3"/>
          </p:nvPr>
        </p:nvSpPr>
        <p:spPr>
          <a:xfrm>
            <a:off x="1103197" y="3103048"/>
            <a:ext cx="5360100" cy="6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88" name="Google Shape;2088;g3f173680aaf_49_6610"/>
          <p:cNvSpPr txBox="1">
            <a:spLocks noGrp="1"/>
          </p:cNvSpPr>
          <p:nvPr>
            <p:ph type="body" idx="4"/>
          </p:nvPr>
        </p:nvSpPr>
        <p:spPr>
          <a:xfrm>
            <a:off x="6672432" y="3923927"/>
            <a:ext cx="18909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F7FF"/>
              </a:buClr>
              <a:buSzPts val="9000"/>
              <a:buNone/>
              <a:defRPr sz="9000" b="1">
                <a:solidFill>
                  <a:srgbClr val="00F7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cxnSp>
        <p:nvCxnSpPr>
          <p:cNvPr id="2089" name="Google Shape;2089;g3f173680aaf_49_6610"/>
          <p:cNvCxnSpPr/>
          <p:nvPr/>
        </p:nvCxnSpPr>
        <p:spPr>
          <a:xfrm>
            <a:off x="1180617" y="2234762"/>
            <a:ext cx="2673600" cy="0"/>
          </a:xfrm>
          <a:prstGeom prst="straightConnector1">
            <a:avLst/>
          </a:prstGeom>
          <a:noFill/>
          <a:ln w="19050" cap="rnd" cmpd="sng">
            <a:solidFill>
              <a:srgbClr val="00F7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90" name="Google Shape;2090;g3f173680aaf_49_6610"/>
          <p:cNvSpPr txBox="1">
            <a:spLocks noGrp="1"/>
          </p:cNvSpPr>
          <p:nvPr>
            <p:ph type="dt" idx="10"/>
          </p:nvPr>
        </p:nvSpPr>
        <p:spPr>
          <a:xfrm>
            <a:off x="628650" y="4861235"/>
            <a:ext cx="1567500" cy="1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91" name="Google Shape;2091;g3f173680aaf_49_6610"/>
          <p:cNvSpPr txBox="1">
            <a:spLocks noGrp="1"/>
          </p:cNvSpPr>
          <p:nvPr>
            <p:ph type="ftr" idx="11"/>
          </p:nvPr>
        </p:nvSpPr>
        <p:spPr>
          <a:xfrm>
            <a:off x="2758109" y="4861235"/>
            <a:ext cx="3357000" cy="1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g trống" type="blank">
  <p:cSld name="BLANK">
    <p:spTree>
      <p:nvGrpSpPr>
        <p:cNvPr id="1" name="Shape 2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3" name="Google Shape;2093;g3f173680aaf_49_6639"/>
          <p:cNvSpPr txBox="1">
            <a:spLocks noGrp="1"/>
          </p:cNvSpPr>
          <p:nvPr>
            <p:ph type="ftr" idx="11"/>
          </p:nvPr>
        </p:nvSpPr>
        <p:spPr>
          <a:xfrm>
            <a:off x="2763078" y="4861235"/>
            <a:ext cx="3617700" cy="1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94" name="Google Shape;2094;g3f173680aaf_49_6639"/>
          <p:cNvSpPr/>
          <p:nvPr/>
        </p:nvSpPr>
        <p:spPr>
          <a:xfrm rot="10800000">
            <a:off x="-1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5" name="Google Shape;2095;g3f173680aaf_49_6639"/>
          <p:cNvSpPr/>
          <p:nvPr/>
        </p:nvSpPr>
        <p:spPr>
          <a:xfrm rot="10800000">
            <a:off x="13" y="83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96" name="Google Shape;2096;g3f173680aaf_49_6639"/>
          <p:cNvGrpSpPr/>
          <p:nvPr/>
        </p:nvGrpSpPr>
        <p:grpSpPr>
          <a:xfrm>
            <a:off x="43967" y="30708"/>
            <a:ext cx="2152257" cy="1172534"/>
            <a:chOff x="44974" y="27296"/>
            <a:chExt cx="2869676" cy="1563379"/>
          </a:xfrm>
        </p:grpSpPr>
        <p:cxnSp>
          <p:nvCxnSpPr>
            <p:cNvPr id="2097" name="Google Shape;2097;g3f173680aaf_49_6639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2098" name="Google Shape;2098;g3f173680aaf_49_6639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2099" name="Google Shape;2099;g3f173680aaf_49_6639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2100" name="Google Shape;2100;g3f173680aaf_49_6639"/>
          <p:cNvSpPr/>
          <p:nvPr/>
        </p:nvSpPr>
        <p:spPr>
          <a:xfrm>
            <a:off x="8607287" y="4680817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01" name="Google Shape;2101;g3f173680aaf_49_6639"/>
          <p:cNvGrpSpPr/>
          <p:nvPr/>
        </p:nvGrpSpPr>
        <p:grpSpPr>
          <a:xfrm rot="10800000">
            <a:off x="6947777" y="3940258"/>
            <a:ext cx="2152257" cy="1172534"/>
            <a:chOff x="44974" y="27296"/>
            <a:chExt cx="2869676" cy="1563379"/>
          </a:xfrm>
        </p:grpSpPr>
        <p:cxnSp>
          <p:nvCxnSpPr>
            <p:cNvPr id="2102" name="Google Shape;2102;g3f173680aaf_49_6639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03" name="Google Shape;2103;g3f173680aaf_49_6639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04" name="Google Shape;2104;g3f173680aaf_49_6639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105" name="Google Shape;2105;g3f173680aaf_49_6639"/>
          <p:cNvSpPr/>
          <p:nvPr/>
        </p:nvSpPr>
        <p:spPr>
          <a:xfrm>
            <a:off x="8944906" y="4941813"/>
            <a:ext cx="175500" cy="175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6" name="Google Shape;2106;g3f173680aaf_49_6639"/>
          <p:cNvSpPr/>
          <p:nvPr/>
        </p:nvSpPr>
        <p:spPr>
          <a:xfrm>
            <a:off x="12019" y="3471967"/>
            <a:ext cx="325800" cy="260400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6" scaled="0"/>
          </a:gradFill>
          <a:ln w="9525" cap="flat" cmpd="sng">
            <a:solidFill>
              <a:srgbClr val="0072F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7" name="Google Shape;2107;g3f173680aaf_49_6639"/>
          <p:cNvSpPr/>
          <p:nvPr/>
        </p:nvSpPr>
        <p:spPr>
          <a:xfrm>
            <a:off x="12019" y="3754231"/>
            <a:ext cx="325800" cy="260400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6" scaled="0"/>
          </a:gradFill>
          <a:ln w="9525" cap="flat" cmpd="sng">
            <a:solidFill>
              <a:srgbClr val="0072F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8" name="Google Shape;2108;g3f173680aaf_49_6639"/>
          <p:cNvSpPr/>
          <p:nvPr/>
        </p:nvSpPr>
        <p:spPr>
          <a:xfrm>
            <a:off x="12019" y="4036495"/>
            <a:ext cx="325800" cy="260400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6" scaled="0"/>
          </a:gradFill>
          <a:ln w="9525" cap="flat" cmpd="sng">
            <a:solidFill>
              <a:srgbClr val="0072F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9" name="Google Shape;2109;g3f173680aaf_49_6639"/>
          <p:cNvSpPr/>
          <p:nvPr/>
        </p:nvSpPr>
        <p:spPr>
          <a:xfrm>
            <a:off x="12019" y="4318759"/>
            <a:ext cx="325800" cy="260400"/>
          </a:xfrm>
          <a:prstGeom prst="rect">
            <a:avLst/>
          </a:prstGeom>
          <a:noFill/>
          <a:ln w="9525" cap="flat" cmpd="sng">
            <a:solidFill>
              <a:srgbClr val="0072F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0" name="Google Shape;2110;g3f173680aaf_49_6639"/>
          <p:cNvSpPr/>
          <p:nvPr/>
        </p:nvSpPr>
        <p:spPr>
          <a:xfrm>
            <a:off x="12019" y="4601023"/>
            <a:ext cx="325800" cy="260400"/>
          </a:xfrm>
          <a:prstGeom prst="rect">
            <a:avLst/>
          </a:prstGeom>
          <a:noFill/>
          <a:ln w="9525" cap="flat" cmpd="sng">
            <a:solidFill>
              <a:srgbClr val="0072F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1" name="Google Shape;2111;g3f173680aaf_49_6639"/>
          <p:cNvSpPr/>
          <p:nvPr/>
        </p:nvSpPr>
        <p:spPr>
          <a:xfrm>
            <a:off x="12019" y="4883288"/>
            <a:ext cx="325800" cy="260400"/>
          </a:xfrm>
          <a:prstGeom prst="rect">
            <a:avLst/>
          </a:prstGeom>
          <a:noFill/>
          <a:ln w="9525" cap="flat" cmpd="sng">
            <a:solidFill>
              <a:srgbClr val="0072F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12" name="Google Shape;2112;g3f173680aaf_49_6639" descr="A picture containing clipart, vector graphic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9479" y="271978"/>
            <a:ext cx="408216" cy="337660"/>
          </a:xfrm>
          <a:prstGeom prst="rect">
            <a:avLst/>
          </a:prstGeom>
          <a:noFill/>
          <a:ln>
            <a:noFill/>
          </a:ln>
        </p:spPr>
      </p:pic>
      <p:sp>
        <p:nvSpPr>
          <p:cNvPr id="2113" name="Google Shape;2113;g3f173680aaf_49_6639"/>
          <p:cNvSpPr txBox="1">
            <a:spLocks noGrp="1"/>
          </p:cNvSpPr>
          <p:nvPr>
            <p:ph type="sldNum" idx="12"/>
          </p:nvPr>
        </p:nvSpPr>
        <p:spPr>
          <a:xfrm>
            <a:off x="8923274" y="4920182"/>
            <a:ext cx="218700" cy="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14" name="Google Shape;2114;g3f173680aaf_49_6639"/>
          <p:cNvSpPr txBox="1">
            <a:spLocks noGrp="1"/>
          </p:cNvSpPr>
          <p:nvPr>
            <p:ph type="dt" idx="10"/>
          </p:nvPr>
        </p:nvSpPr>
        <p:spPr>
          <a:xfrm>
            <a:off x="628650" y="4861235"/>
            <a:ext cx="1611300" cy="1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êu đề chương">
  <p:cSld name="3_Tiêu đề chương">
    <p:spTree>
      <p:nvGrpSpPr>
        <p:cNvPr id="1" name="Shape 2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6" name="Google Shape;2116;g3f173680aaf_49_6662" descr="Background patter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-1"/>
            <a:ext cx="9144001" cy="514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117" name="Google Shape;2117;g3f173680aaf_49_6662"/>
          <p:cNvSpPr/>
          <p:nvPr/>
        </p:nvSpPr>
        <p:spPr>
          <a:xfrm>
            <a:off x="-1" y="-2335"/>
            <a:ext cx="9144000" cy="5143500"/>
          </a:xfrm>
          <a:prstGeom prst="rect">
            <a:avLst/>
          </a:prstGeom>
          <a:gradFill>
            <a:gsLst>
              <a:gs pos="0">
                <a:srgbClr val="0A4671">
                  <a:alpha val="74901"/>
                </a:srgbClr>
              </a:gs>
              <a:gs pos="100000">
                <a:srgbClr val="0A467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8" name="Google Shape;2118;g3f173680aaf_49_6662"/>
          <p:cNvSpPr/>
          <p:nvPr/>
        </p:nvSpPr>
        <p:spPr>
          <a:xfrm rot="10800000">
            <a:off x="13" y="83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19" name="Google Shape;2119;g3f173680aaf_49_6662"/>
          <p:cNvGrpSpPr/>
          <p:nvPr/>
        </p:nvGrpSpPr>
        <p:grpSpPr>
          <a:xfrm>
            <a:off x="43967" y="30708"/>
            <a:ext cx="2152257" cy="1172534"/>
            <a:chOff x="44974" y="27296"/>
            <a:chExt cx="2869676" cy="1563379"/>
          </a:xfrm>
        </p:grpSpPr>
        <p:cxnSp>
          <p:nvCxnSpPr>
            <p:cNvPr id="2120" name="Google Shape;2120;g3f173680aaf_49_6662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F7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2121" name="Google Shape;2121;g3f173680aaf_49_6662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F7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2122" name="Google Shape;2122;g3f173680aaf_49_6662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flat" cmpd="sng">
              <a:solidFill>
                <a:srgbClr val="00F7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2123" name="Google Shape;2123;g3f173680aaf_49_6662"/>
          <p:cNvSpPr/>
          <p:nvPr/>
        </p:nvSpPr>
        <p:spPr>
          <a:xfrm>
            <a:off x="8607287" y="4680817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24" name="Google Shape;2124;g3f173680aaf_49_6662"/>
          <p:cNvGrpSpPr/>
          <p:nvPr/>
        </p:nvGrpSpPr>
        <p:grpSpPr>
          <a:xfrm rot="10800000">
            <a:off x="6947777" y="3940258"/>
            <a:ext cx="2152257" cy="1172534"/>
            <a:chOff x="44974" y="27296"/>
            <a:chExt cx="2869676" cy="1563379"/>
          </a:xfrm>
        </p:grpSpPr>
        <p:cxnSp>
          <p:nvCxnSpPr>
            <p:cNvPr id="2125" name="Google Shape;2125;g3f173680aaf_49_6662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26" name="Google Shape;2126;g3f173680aaf_49_6662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27" name="Google Shape;2127;g3f173680aaf_49_6662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128" name="Google Shape;2128;g3f173680aaf_49_6662"/>
          <p:cNvSpPr/>
          <p:nvPr/>
        </p:nvSpPr>
        <p:spPr>
          <a:xfrm>
            <a:off x="8692153" y="79409"/>
            <a:ext cx="366980" cy="303866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9" name="Google Shape;2129;g3f173680aaf_49_6662"/>
          <p:cNvSpPr txBox="1">
            <a:spLocks noGrp="1"/>
          </p:cNvSpPr>
          <p:nvPr>
            <p:ph type="dt" idx="10"/>
          </p:nvPr>
        </p:nvSpPr>
        <p:spPr>
          <a:xfrm>
            <a:off x="4545225" y="4861235"/>
            <a:ext cx="1567500" cy="1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30" name="Google Shape;2130;g3f173680aaf_49_6662"/>
          <p:cNvSpPr txBox="1">
            <a:spLocks noGrp="1"/>
          </p:cNvSpPr>
          <p:nvPr>
            <p:ph type="ftr" idx="11"/>
          </p:nvPr>
        </p:nvSpPr>
        <p:spPr>
          <a:xfrm>
            <a:off x="628650" y="4861235"/>
            <a:ext cx="3357000" cy="1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31" name="Google Shape;2131;g3f173680aaf_49_6662"/>
          <p:cNvSpPr/>
          <p:nvPr/>
        </p:nvSpPr>
        <p:spPr>
          <a:xfrm>
            <a:off x="71406" y="4937363"/>
            <a:ext cx="175500" cy="175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2" name="Google Shape;2132;g3f173680aaf_49_6662"/>
          <p:cNvSpPr txBox="1">
            <a:spLocks noGrp="1"/>
          </p:cNvSpPr>
          <p:nvPr>
            <p:ph type="sldNum" idx="12"/>
          </p:nvPr>
        </p:nvSpPr>
        <p:spPr>
          <a:xfrm>
            <a:off x="49396" y="4906662"/>
            <a:ext cx="219300" cy="2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33" name="Google Shape;2133;g3f173680aaf_49_6662"/>
          <p:cNvSpPr>
            <a:spLocks noGrp="1"/>
          </p:cNvSpPr>
          <p:nvPr>
            <p:ph type="body" idx="1"/>
          </p:nvPr>
        </p:nvSpPr>
        <p:spPr>
          <a:xfrm>
            <a:off x="1278082" y="2264375"/>
            <a:ext cx="3438000" cy="1079700"/>
          </a:xfrm>
          <a:prstGeom prst="roundRect">
            <a:avLst>
              <a:gd name="adj" fmla="val 2631"/>
            </a:avLst>
          </a:prstGeom>
          <a:solidFill>
            <a:srgbClr val="F2F2F2"/>
          </a:solidFill>
          <a:ln w="14300" cap="rnd" cmpd="sng">
            <a:solidFill>
              <a:srgbClr val="00C6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72FF"/>
              </a:buClr>
              <a:buSzPts val="1500"/>
              <a:buNone/>
              <a:defRPr sz="1500" b="1" i="0">
                <a:solidFill>
                  <a:srgbClr val="0072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grpSp>
        <p:nvGrpSpPr>
          <p:cNvPr id="2134" name="Google Shape;2134;g3f173680aaf_49_6662"/>
          <p:cNvGrpSpPr/>
          <p:nvPr/>
        </p:nvGrpSpPr>
        <p:grpSpPr>
          <a:xfrm>
            <a:off x="-1" y="3343819"/>
            <a:ext cx="6485361" cy="498386"/>
            <a:chOff x="-349411" y="1322122"/>
            <a:chExt cx="8647148" cy="664514"/>
          </a:xfrm>
        </p:grpSpPr>
        <p:cxnSp>
          <p:nvCxnSpPr>
            <p:cNvPr id="2135" name="Google Shape;2135;g3f173680aaf_49_6662"/>
            <p:cNvCxnSpPr/>
            <p:nvPr/>
          </p:nvCxnSpPr>
          <p:spPr>
            <a:xfrm>
              <a:off x="-349411" y="1986636"/>
              <a:ext cx="6360600" cy="0"/>
            </a:xfrm>
            <a:prstGeom prst="straightConnector1">
              <a:avLst/>
            </a:prstGeom>
            <a:noFill/>
            <a:ln w="28575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36" name="Google Shape;2136;g3f173680aaf_49_6662"/>
            <p:cNvCxnSpPr/>
            <p:nvPr/>
          </p:nvCxnSpPr>
          <p:spPr>
            <a:xfrm rot="10800000" flipH="1">
              <a:off x="6011109" y="1480536"/>
              <a:ext cx="591300" cy="506100"/>
            </a:xfrm>
            <a:prstGeom prst="straightConnector1">
              <a:avLst/>
            </a:prstGeom>
            <a:noFill/>
            <a:ln w="28575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37" name="Google Shape;2137;g3f173680aaf_49_6662"/>
            <p:cNvCxnSpPr/>
            <p:nvPr/>
          </p:nvCxnSpPr>
          <p:spPr>
            <a:xfrm>
              <a:off x="6602514" y="1480500"/>
              <a:ext cx="1378500" cy="0"/>
            </a:xfrm>
            <a:prstGeom prst="straightConnector1">
              <a:avLst/>
            </a:prstGeom>
            <a:noFill/>
            <a:ln w="28575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138" name="Google Shape;2138;g3f173680aaf_49_6662"/>
            <p:cNvSpPr/>
            <p:nvPr/>
          </p:nvSpPr>
          <p:spPr>
            <a:xfrm>
              <a:off x="7980937" y="1322122"/>
              <a:ext cx="316800" cy="316800"/>
            </a:xfrm>
            <a:prstGeom prst="ellipse">
              <a:avLst/>
            </a:prstGeom>
            <a:gradFill>
              <a:gsLst>
                <a:gs pos="0">
                  <a:srgbClr val="00F7FF"/>
                </a:gs>
                <a:gs pos="100000">
                  <a:srgbClr val="00C6FF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39" name="Google Shape;2139;g3f173680aaf_49_6662"/>
          <p:cNvSpPr/>
          <p:nvPr/>
        </p:nvSpPr>
        <p:spPr>
          <a:xfrm>
            <a:off x="597017" y="2052285"/>
            <a:ext cx="1514700" cy="1514700"/>
          </a:xfrm>
          <a:prstGeom prst="ellipse">
            <a:avLst/>
          </a:prstGeom>
          <a:gradFill>
            <a:gsLst>
              <a:gs pos="0">
                <a:srgbClr val="00C6FF"/>
              </a:gs>
              <a:gs pos="100000">
                <a:srgbClr val="0072FF"/>
              </a:gs>
            </a:gsLst>
            <a:lin ang="5400012" scaled="0"/>
          </a:gradFill>
          <a:ln w="9525" cap="flat" cmpd="sng">
            <a:solidFill>
              <a:srgbClr val="00C6F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0" name="Google Shape;2140;g3f173680aaf_49_6662"/>
          <p:cNvSpPr>
            <a:spLocks noGrp="1"/>
          </p:cNvSpPr>
          <p:nvPr>
            <p:ph type="pic" idx="2"/>
          </p:nvPr>
        </p:nvSpPr>
        <p:spPr>
          <a:xfrm>
            <a:off x="517745" y="2046747"/>
            <a:ext cx="1515600" cy="1514700"/>
          </a:xfrm>
          <a:prstGeom prst="ellipse">
            <a:avLst/>
          </a:prstGeom>
          <a:solidFill>
            <a:schemeClr val="lt1"/>
          </a:solidFill>
          <a:ln w="14300" cap="flat" cmpd="sng">
            <a:solidFill>
              <a:srgbClr val="00F7FF"/>
            </a:solidFill>
            <a:prstDash val="solid"/>
            <a:round/>
            <a:headEnd type="none" w="sm" len="sm"/>
            <a:tailEnd type="none" w="sm" len="sm"/>
          </a:ln>
          <a:effectLst>
            <a:outerShdw blurRad="47625" sx="102000" sy="102000" algn="ctr" rotWithShape="0">
              <a:srgbClr val="000000">
                <a:alpha val="40000"/>
              </a:srgbClr>
            </a:outerShdw>
          </a:effectLst>
        </p:spPr>
      </p:sp>
      <p:sp>
        <p:nvSpPr>
          <p:cNvPr id="2141" name="Google Shape;2141;g3f173680aaf_49_6662"/>
          <p:cNvSpPr txBox="1">
            <a:spLocks noGrp="1"/>
          </p:cNvSpPr>
          <p:nvPr>
            <p:ph type="body" idx="3"/>
          </p:nvPr>
        </p:nvSpPr>
        <p:spPr>
          <a:xfrm>
            <a:off x="2033410" y="1697815"/>
            <a:ext cx="26826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lvl="0" indent="-2286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F7FF"/>
              </a:buClr>
              <a:buSzPts val="2700"/>
              <a:buNone/>
              <a:defRPr sz="2700" b="1">
                <a:solidFill>
                  <a:srgbClr val="00F7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Mục lục">
  <p:cSld name="1_Mục lục">
    <p:spTree>
      <p:nvGrpSpPr>
        <p:cNvPr id="1" name="Shape 2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3" name="Google Shape;2143;g3f173680aaf_49_6689"/>
          <p:cNvSpPr/>
          <p:nvPr/>
        </p:nvSpPr>
        <p:spPr>
          <a:xfrm>
            <a:off x="8607287" y="4680817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44" name="Google Shape;2144;g3f173680aaf_49_6689"/>
          <p:cNvGrpSpPr/>
          <p:nvPr/>
        </p:nvGrpSpPr>
        <p:grpSpPr>
          <a:xfrm rot="10800000">
            <a:off x="6947777" y="4447903"/>
            <a:ext cx="2152257" cy="664889"/>
            <a:chOff x="44974" y="27296"/>
            <a:chExt cx="2869676" cy="886519"/>
          </a:xfrm>
        </p:grpSpPr>
        <p:cxnSp>
          <p:nvCxnSpPr>
            <p:cNvPr id="2145" name="Google Shape;2145;g3f173680aaf_49_6689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46" name="Google Shape;2146;g3f173680aaf_49_6689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47" name="Google Shape;2147;g3f173680aaf_49_6689"/>
            <p:cNvCxnSpPr/>
            <p:nvPr/>
          </p:nvCxnSpPr>
          <p:spPr>
            <a:xfrm rot="10800000">
              <a:off x="52214" y="654015"/>
              <a:ext cx="0" cy="25980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148" name="Google Shape;2148;g3f173680aaf_49_6689"/>
          <p:cNvSpPr txBox="1">
            <a:spLocks noGrp="1"/>
          </p:cNvSpPr>
          <p:nvPr>
            <p:ph type="ftr" idx="11"/>
          </p:nvPr>
        </p:nvSpPr>
        <p:spPr>
          <a:xfrm>
            <a:off x="2599082" y="4849586"/>
            <a:ext cx="3945900" cy="1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grpSp>
        <p:nvGrpSpPr>
          <p:cNvPr id="2149" name="Google Shape;2149;g3f173680aaf_49_6689"/>
          <p:cNvGrpSpPr/>
          <p:nvPr/>
        </p:nvGrpSpPr>
        <p:grpSpPr>
          <a:xfrm>
            <a:off x="-1742644" y="841043"/>
            <a:ext cx="3631000" cy="3790500"/>
            <a:chOff x="-1259888" y="901609"/>
            <a:chExt cx="4841333" cy="5054000"/>
          </a:xfrm>
        </p:grpSpPr>
        <p:grpSp>
          <p:nvGrpSpPr>
            <p:cNvPr id="2150" name="Google Shape;2150;g3f173680aaf_49_6689"/>
            <p:cNvGrpSpPr/>
            <p:nvPr/>
          </p:nvGrpSpPr>
          <p:grpSpPr>
            <a:xfrm>
              <a:off x="-1225468" y="901609"/>
              <a:ext cx="4806913" cy="664514"/>
              <a:chOff x="0" y="901609"/>
              <a:chExt cx="4806913" cy="664514"/>
            </a:xfrm>
          </p:grpSpPr>
          <p:cxnSp>
            <p:nvCxnSpPr>
              <p:cNvPr id="2151" name="Google Shape;2151;g3f173680aaf_49_6689"/>
              <p:cNvCxnSpPr/>
              <p:nvPr/>
            </p:nvCxnSpPr>
            <p:spPr>
              <a:xfrm>
                <a:off x="0" y="1566123"/>
                <a:ext cx="2533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152" name="Google Shape;2152;g3f173680aaf_49_6689"/>
              <p:cNvCxnSpPr/>
              <p:nvPr/>
            </p:nvCxnSpPr>
            <p:spPr>
              <a:xfrm rot="10800000" flipH="1">
                <a:off x="2520285" y="1060023"/>
                <a:ext cx="591300" cy="5061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153" name="Google Shape;2153;g3f173680aaf_49_6689"/>
              <p:cNvCxnSpPr/>
              <p:nvPr/>
            </p:nvCxnSpPr>
            <p:spPr>
              <a:xfrm>
                <a:off x="3111690" y="1059987"/>
                <a:ext cx="13785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154" name="Google Shape;2154;g3f173680aaf_49_6689"/>
              <p:cNvSpPr/>
              <p:nvPr/>
            </p:nvSpPr>
            <p:spPr>
              <a:xfrm>
                <a:off x="4490113" y="901609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6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55" name="Google Shape;2155;g3f173680aaf_49_6689"/>
            <p:cNvGrpSpPr/>
            <p:nvPr/>
          </p:nvGrpSpPr>
          <p:grpSpPr>
            <a:xfrm rot="10800000" flipH="1">
              <a:off x="-1225468" y="5291095"/>
              <a:ext cx="4806913" cy="664514"/>
              <a:chOff x="0" y="1232525"/>
              <a:chExt cx="4806913" cy="664514"/>
            </a:xfrm>
          </p:grpSpPr>
          <p:cxnSp>
            <p:nvCxnSpPr>
              <p:cNvPr id="2156" name="Google Shape;2156;g3f173680aaf_49_6689"/>
              <p:cNvCxnSpPr/>
              <p:nvPr/>
            </p:nvCxnSpPr>
            <p:spPr>
              <a:xfrm>
                <a:off x="0" y="1897039"/>
                <a:ext cx="2533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157" name="Google Shape;2157;g3f173680aaf_49_6689"/>
              <p:cNvCxnSpPr/>
              <p:nvPr/>
            </p:nvCxnSpPr>
            <p:spPr>
              <a:xfrm rot="10800000" flipH="1">
                <a:off x="2520285" y="1390939"/>
                <a:ext cx="591300" cy="5061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158" name="Google Shape;2158;g3f173680aaf_49_6689"/>
              <p:cNvCxnSpPr/>
              <p:nvPr/>
            </p:nvCxnSpPr>
            <p:spPr>
              <a:xfrm>
                <a:off x="3111690" y="1390903"/>
                <a:ext cx="13785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159" name="Google Shape;2159;g3f173680aaf_49_6689"/>
              <p:cNvSpPr/>
              <p:nvPr/>
            </p:nvSpPr>
            <p:spPr>
              <a:xfrm>
                <a:off x="4490113" y="1232525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6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60" name="Google Shape;2160;g3f173680aaf_49_6689"/>
            <p:cNvGrpSpPr/>
            <p:nvPr/>
          </p:nvGrpSpPr>
          <p:grpSpPr>
            <a:xfrm>
              <a:off x="-1225469" y="1860637"/>
              <a:ext cx="3835366" cy="547270"/>
              <a:chOff x="-1" y="1860637"/>
              <a:chExt cx="3835366" cy="547270"/>
            </a:xfrm>
          </p:grpSpPr>
          <p:sp>
            <p:nvSpPr>
              <p:cNvPr id="2161" name="Google Shape;2161;g3f173680aaf_49_6689"/>
              <p:cNvSpPr/>
              <p:nvPr/>
            </p:nvSpPr>
            <p:spPr>
              <a:xfrm>
                <a:off x="3518565" y="1860637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6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162" name="Google Shape;2162;g3f173680aaf_49_6689"/>
              <p:cNvCxnSpPr/>
              <p:nvPr/>
            </p:nvCxnSpPr>
            <p:spPr>
              <a:xfrm>
                <a:off x="-1" y="2407907"/>
                <a:ext cx="19857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163" name="Google Shape;2163;g3f173680aaf_49_6689"/>
              <p:cNvCxnSpPr/>
              <p:nvPr/>
            </p:nvCxnSpPr>
            <p:spPr>
              <a:xfrm rot="10800000" flipH="1">
                <a:off x="1974958" y="2019107"/>
                <a:ext cx="463500" cy="388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164" name="Google Shape;2164;g3f173680aaf_49_6689"/>
              <p:cNvCxnSpPr/>
              <p:nvPr/>
            </p:nvCxnSpPr>
            <p:spPr>
              <a:xfrm>
                <a:off x="2438398" y="2019015"/>
                <a:ext cx="10803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2165" name="Google Shape;2165;g3f173680aaf_49_6689"/>
            <p:cNvGrpSpPr/>
            <p:nvPr/>
          </p:nvGrpSpPr>
          <p:grpSpPr>
            <a:xfrm rot="10800000" flipH="1">
              <a:off x="-1259888" y="4408929"/>
              <a:ext cx="3835366" cy="547270"/>
              <a:chOff x="-1" y="1860637"/>
              <a:chExt cx="3835366" cy="547270"/>
            </a:xfrm>
          </p:grpSpPr>
          <p:sp>
            <p:nvSpPr>
              <p:cNvPr id="2166" name="Google Shape;2166;g3f173680aaf_49_6689"/>
              <p:cNvSpPr/>
              <p:nvPr/>
            </p:nvSpPr>
            <p:spPr>
              <a:xfrm>
                <a:off x="3518565" y="1860637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6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167" name="Google Shape;2167;g3f173680aaf_49_6689"/>
              <p:cNvCxnSpPr/>
              <p:nvPr/>
            </p:nvCxnSpPr>
            <p:spPr>
              <a:xfrm>
                <a:off x="-1" y="2407907"/>
                <a:ext cx="19857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168" name="Google Shape;2168;g3f173680aaf_49_6689"/>
              <p:cNvCxnSpPr/>
              <p:nvPr/>
            </p:nvCxnSpPr>
            <p:spPr>
              <a:xfrm rot="10800000" flipH="1">
                <a:off x="1974958" y="2019107"/>
                <a:ext cx="463500" cy="388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169" name="Google Shape;2169;g3f173680aaf_49_6689"/>
              <p:cNvCxnSpPr/>
              <p:nvPr/>
            </p:nvCxnSpPr>
            <p:spPr>
              <a:xfrm>
                <a:off x="2438398" y="2019015"/>
                <a:ext cx="10803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2170" name="Google Shape;2170;g3f173680aaf_49_6689"/>
            <p:cNvGrpSpPr/>
            <p:nvPr/>
          </p:nvGrpSpPr>
          <p:grpSpPr>
            <a:xfrm>
              <a:off x="-1252333" y="2715185"/>
              <a:ext cx="2776566" cy="436736"/>
              <a:chOff x="-26865" y="2715185"/>
              <a:chExt cx="2776566" cy="436736"/>
            </a:xfrm>
          </p:grpSpPr>
          <p:cxnSp>
            <p:nvCxnSpPr>
              <p:cNvPr id="2171" name="Google Shape;2171;g3f173680aaf_49_6689"/>
              <p:cNvCxnSpPr/>
              <p:nvPr/>
            </p:nvCxnSpPr>
            <p:spPr>
              <a:xfrm>
                <a:off x="-26865" y="3151921"/>
                <a:ext cx="1402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172" name="Google Shape;2172;g3f173680aaf_49_6689"/>
              <p:cNvCxnSpPr/>
              <p:nvPr/>
            </p:nvCxnSpPr>
            <p:spPr>
              <a:xfrm rot="10800000" flipH="1">
                <a:off x="1368303" y="2877121"/>
                <a:ext cx="327300" cy="274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173" name="Google Shape;2173;g3f173680aaf_49_6689"/>
              <p:cNvCxnSpPr/>
              <p:nvPr/>
            </p:nvCxnSpPr>
            <p:spPr>
              <a:xfrm>
                <a:off x="1695690" y="2877197"/>
                <a:ext cx="7632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174" name="Google Shape;2174;g3f173680aaf_49_6689"/>
              <p:cNvSpPr/>
              <p:nvPr/>
            </p:nvSpPr>
            <p:spPr>
              <a:xfrm>
                <a:off x="2432901" y="2715185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6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75" name="Google Shape;2175;g3f173680aaf_49_6689"/>
            <p:cNvGrpSpPr/>
            <p:nvPr/>
          </p:nvGrpSpPr>
          <p:grpSpPr>
            <a:xfrm>
              <a:off x="-1225468" y="3843225"/>
              <a:ext cx="2802416" cy="433146"/>
              <a:chOff x="-34420" y="3843718"/>
              <a:chExt cx="2802416" cy="433146"/>
            </a:xfrm>
          </p:grpSpPr>
          <p:cxnSp>
            <p:nvCxnSpPr>
              <p:cNvPr id="2176" name="Google Shape;2176;g3f173680aaf_49_6689"/>
              <p:cNvCxnSpPr/>
              <p:nvPr/>
            </p:nvCxnSpPr>
            <p:spPr>
              <a:xfrm>
                <a:off x="-34420" y="3843718"/>
                <a:ext cx="1402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177" name="Google Shape;2177;g3f173680aaf_49_6689"/>
              <p:cNvCxnSpPr/>
              <p:nvPr/>
            </p:nvCxnSpPr>
            <p:spPr>
              <a:xfrm>
                <a:off x="1360748" y="3843718"/>
                <a:ext cx="327300" cy="274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178" name="Google Shape;2178;g3f173680aaf_49_6689"/>
              <p:cNvCxnSpPr/>
              <p:nvPr/>
            </p:nvCxnSpPr>
            <p:spPr>
              <a:xfrm>
                <a:off x="1688135" y="4118442"/>
                <a:ext cx="7632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179" name="Google Shape;2179;g3f173680aaf_49_6689"/>
              <p:cNvSpPr/>
              <p:nvPr/>
            </p:nvSpPr>
            <p:spPr>
              <a:xfrm>
                <a:off x="2451196" y="3960064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6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180" name="Google Shape;2180;g3f173680aaf_49_6689"/>
          <p:cNvGrpSpPr/>
          <p:nvPr/>
        </p:nvGrpSpPr>
        <p:grpSpPr>
          <a:xfrm flipH="1">
            <a:off x="7255646" y="841043"/>
            <a:ext cx="3631000" cy="3790500"/>
            <a:chOff x="-1259888" y="901609"/>
            <a:chExt cx="4841333" cy="5054000"/>
          </a:xfrm>
        </p:grpSpPr>
        <p:grpSp>
          <p:nvGrpSpPr>
            <p:cNvPr id="2181" name="Google Shape;2181;g3f173680aaf_49_6689"/>
            <p:cNvGrpSpPr/>
            <p:nvPr/>
          </p:nvGrpSpPr>
          <p:grpSpPr>
            <a:xfrm>
              <a:off x="-1225468" y="901609"/>
              <a:ext cx="4806913" cy="664514"/>
              <a:chOff x="0" y="901609"/>
              <a:chExt cx="4806913" cy="664514"/>
            </a:xfrm>
          </p:grpSpPr>
          <p:cxnSp>
            <p:nvCxnSpPr>
              <p:cNvPr id="2182" name="Google Shape;2182;g3f173680aaf_49_6689"/>
              <p:cNvCxnSpPr/>
              <p:nvPr/>
            </p:nvCxnSpPr>
            <p:spPr>
              <a:xfrm>
                <a:off x="0" y="1566123"/>
                <a:ext cx="2533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183" name="Google Shape;2183;g3f173680aaf_49_6689"/>
              <p:cNvCxnSpPr/>
              <p:nvPr/>
            </p:nvCxnSpPr>
            <p:spPr>
              <a:xfrm rot="10800000" flipH="1">
                <a:off x="2520285" y="1060023"/>
                <a:ext cx="591300" cy="5061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184" name="Google Shape;2184;g3f173680aaf_49_6689"/>
              <p:cNvCxnSpPr/>
              <p:nvPr/>
            </p:nvCxnSpPr>
            <p:spPr>
              <a:xfrm>
                <a:off x="3111690" y="1059987"/>
                <a:ext cx="13785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185" name="Google Shape;2185;g3f173680aaf_49_6689"/>
              <p:cNvSpPr/>
              <p:nvPr/>
            </p:nvSpPr>
            <p:spPr>
              <a:xfrm>
                <a:off x="4490113" y="901609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6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86" name="Google Shape;2186;g3f173680aaf_49_6689"/>
            <p:cNvGrpSpPr/>
            <p:nvPr/>
          </p:nvGrpSpPr>
          <p:grpSpPr>
            <a:xfrm rot="10800000" flipH="1">
              <a:off x="-1225468" y="5291095"/>
              <a:ext cx="4806913" cy="664514"/>
              <a:chOff x="0" y="1232525"/>
              <a:chExt cx="4806913" cy="664514"/>
            </a:xfrm>
          </p:grpSpPr>
          <p:cxnSp>
            <p:nvCxnSpPr>
              <p:cNvPr id="2187" name="Google Shape;2187;g3f173680aaf_49_6689"/>
              <p:cNvCxnSpPr/>
              <p:nvPr/>
            </p:nvCxnSpPr>
            <p:spPr>
              <a:xfrm>
                <a:off x="0" y="1897039"/>
                <a:ext cx="2533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188" name="Google Shape;2188;g3f173680aaf_49_6689"/>
              <p:cNvCxnSpPr/>
              <p:nvPr/>
            </p:nvCxnSpPr>
            <p:spPr>
              <a:xfrm rot="10800000" flipH="1">
                <a:off x="2520285" y="1390939"/>
                <a:ext cx="591300" cy="5061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189" name="Google Shape;2189;g3f173680aaf_49_6689"/>
              <p:cNvCxnSpPr/>
              <p:nvPr/>
            </p:nvCxnSpPr>
            <p:spPr>
              <a:xfrm>
                <a:off x="3111690" y="1390903"/>
                <a:ext cx="13785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190" name="Google Shape;2190;g3f173680aaf_49_6689"/>
              <p:cNvSpPr/>
              <p:nvPr/>
            </p:nvSpPr>
            <p:spPr>
              <a:xfrm>
                <a:off x="4490113" y="1232525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6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91" name="Google Shape;2191;g3f173680aaf_49_6689"/>
            <p:cNvGrpSpPr/>
            <p:nvPr/>
          </p:nvGrpSpPr>
          <p:grpSpPr>
            <a:xfrm>
              <a:off x="-1225469" y="1860637"/>
              <a:ext cx="3835366" cy="547270"/>
              <a:chOff x="-1" y="1860637"/>
              <a:chExt cx="3835366" cy="547270"/>
            </a:xfrm>
          </p:grpSpPr>
          <p:sp>
            <p:nvSpPr>
              <p:cNvPr id="2192" name="Google Shape;2192;g3f173680aaf_49_6689"/>
              <p:cNvSpPr/>
              <p:nvPr/>
            </p:nvSpPr>
            <p:spPr>
              <a:xfrm>
                <a:off x="3518565" y="1860637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6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193" name="Google Shape;2193;g3f173680aaf_49_6689"/>
              <p:cNvCxnSpPr/>
              <p:nvPr/>
            </p:nvCxnSpPr>
            <p:spPr>
              <a:xfrm>
                <a:off x="-1" y="2407907"/>
                <a:ext cx="19857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194" name="Google Shape;2194;g3f173680aaf_49_6689"/>
              <p:cNvCxnSpPr/>
              <p:nvPr/>
            </p:nvCxnSpPr>
            <p:spPr>
              <a:xfrm rot="10800000" flipH="1">
                <a:off x="1974958" y="2019107"/>
                <a:ext cx="463500" cy="388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195" name="Google Shape;2195;g3f173680aaf_49_6689"/>
              <p:cNvCxnSpPr/>
              <p:nvPr/>
            </p:nvCxnSpPr>
            <p:spPr>
              <a:xfrm>
                <a:off x="2438398" y="2019015"/>
                <a:ext cx="10803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2196" name="Google Shape;2196;g3f173680aaf_49_6689"/>
            <p:cNvGrpSpPr/>
            <p:nvPr/>
          </p:nvGrpSpPr>
          <p:grpSpPr>
            <a:xfrm rot="10800000" flipH="1">
              <a:off x="-1259888" y="4408929"/>
              <a:ext cx="3835366" cy="547270"/>
              <a:chOff x="-1" y="1860637"/>
              <a:chExt cx="3835366" cy="547270"/>
            </a:xfrm>
          </p:grpSpPr>
          <p:sp>
            <p:nvSpPr>
              <p:cNvPr id="2197" name="Google Shape;2197;g3f173680aaf_49_6689"/>
              <p:cNvSpPr/>
              <p:nvPr/>
            </p:nvSpPr>
            <p:spPr>
              <a:xfrm>
                <a:off x="3518565" y="1860637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6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198" name="Google Shape;2198;g3f173680aaf_49_6689"/>
              <p:cNvCxnSpPr/>
              <p:nvPr/>
            </p:nvCxnSpPr>
            <p:spPr>
              <a:xfrm>
                <a:off x="-1" y="2407907"/>
                <a:ext cx="19857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199" name="Google Shape;2199;g3f173680aaf_49_6689"/>
              <p:cNvCxnSpPr/>
              <p:nvPr/>
            </p:nvCxnSpPr>
            <p:spPr>
              <a:xfrm rot="10800000" flipH="1">
                <a:off x="1974958" y="2019107"/>
                <a:ext cx="463500" cy="388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200" name="Google Shape;2200;g3f173680aaf_49_6689"/>
              <p:cNvCxnSpPr/>
              <p:nvPr/>
            </p:nvCxnSpPr>
            <p:spPr>
              <a:xfrm>
                <a:off x="2438398" y="2019015"/>
                <a:ext cx="10803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2201" name="Google Shape;2201;g3f173680aaf_49_6689"/>
            <p:cNvGrpSpPr/>
            <p:nvPr/>
          </p:nvGrpSpPr>
          <p:grpSpPr>
            <a:xfrm>
              <a:off x="-1252333" y="2715185"/>
              <a:ext cx="2776566" cy="436736"/>
              <a:chOff x="-26865" y="2715185"/>
              <a:chExt cx="2776566" cy="436736"/>
            </a:xfrm>
          </p:grpSpPr>
          <p:cxnSp>
            <p:nvCxnSpPr>
              <p:cNvPr id="2202" name="Google Shape;2202;g3f173680aaf_49_6689"/>
              <p:cNvCxnSpPr/>
              <p:nvPr/>
            </p:nvCxnSpPr>
            <p:spPr>
              <a:xfrm>
                <a:off x="-26865" y="3151921"/>
                <a:ext cx="1402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203" name="Google Shape;2203;g3f173680aaf_49_6689"/>
              <p:cNvCxnSpPr/>
              <p:nvPr/>
            </p:nvCxnSpPr>
            <p:spPr>
              <a:xfrm rot="10800000" flipH="1">
                <a:off x="1368303" y="2877121"/>
                <a:ext cx="327300" cy="274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204" name="Google Shape;2204;g3f173680aaf_49_6689"/>
              <p:cNvCxnSpPr/>
              <p:nvPr/>
            </p:nvCxnSpPr>
            <p:spPr>
              <a:xfrm>
                <a:off x="1695690" y="2877197"/>
                <a:ext cx="7632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205" name="Google Shape;2205;g3f173680aaf_49_6689"/>
              <p:cNvSpPr/>
              <p:nvPr/>
            </p:nvSpPr>
            <p:spPr>
              <a:xfrm>
                <a:off x="2432901" y="2715185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6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06" name="Google Shape;2206;g3f173680aaf_49_6689"/>
            <p:cNvGrpSpPr/>
            <p:nvPr/>
          </p:nvGrpSpPr>
          <p:grpSpPr>
            <a:xfrm>
              <a:off x="-1225468" y="3843225"/>
              <a:ext cx="2802416" cy="433146"/>
              <a:chOff x="-34420" y="3843718"/>
              <a:chExt cx="2802416" cy="433146"/>
            </a:xfrm>
          </p:grpSpPr>
          <p:cxnSp>
            <p:nvCxnSpPr>
              <p:cNvPr id="2207" name="Google Shape;2207;g3f173680aaf_49_6689"/>
              <p:cNvCxnSpPr/>
              <p:nvPr/>
            </p:nvCxnSpPr>
            <p:spPr>
              <a:xfrm>
                <a:off x="-34420" y="3843718"/>
                <a:ext cx="14028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208" name="Google Shape;2208;g3f173680aaf_49_6689"/>
              <p:cNvCxnSpPr/>
              <p:nvPr/>
            </p:nvCxnSpPr>
            <p:spPr>
              <a:xfrm>
                <a:off x="1360748" y="3843718"/>
                <a:ext cx="327300" cy="27480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209" name="Google Shape;2209;g3f173680aaf_49_6689"/>
              <p:cNvCxnSpPr/>
              <p:nvPr/>
            </p:nvCxnSpPr>
            <p:spPr>
              <a:xfrm>
                <a:off x="1688135" y="4118442"/>
                <a:ext cx="763200" cy="0"/>
              </a:xfrm>
              <a:prstGeom prst="straightConnector1">
                <a:avLst/>
              </a:prstGeom>
              <a:noFill/>
              <a:ln w="2857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210" name="Google Shape;2210;g3f173680aaf_49_6689"/>
              <p:cNvSpPr/>
              <p:nvPr/>
            </p:nvSpPr>
            <p:spPr>
              <a:xfrm>
                <a:off x="2451196" y="3960064"/>
                <a:ext cx="316800" cy="316800"/>
              </a:xfrm>
              <a:prstGeom prst="ellipse">
                <a:avLst/>
              </a:prstGeom>
              <a:gradFill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6" scaled="0"/>
              </a:gradFill>
              <a:ln w="9525" cap="rnd" cmpd="sng">
                <a:solidFill>
                  <a:srgbClr val="0072FF">
                    <a:alpha val="4000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211" name="Google Shape;2211;g3f173680aaf_49_6689"/>
          <p:cNvSpPr/>
          <p:nvPr/>
        </p:nvSpPr>
        <p:spPr>
          <a:xfrm>
            <a:off x="62038" y="4937355"/>
            <a:ext cx="175500" cy="175500"/>
          </a:xfrm>
          <a:prstGeom prst="ellipse">
            <a:avLst/>
          </a:prstGeom>
          <a:gradFill>
            <a:gsLst>
              <a:gs pos="0">
                <a:srgbClr val="0072FF"/>
              </a:gs>
              <a:gs pos="99000">
                <a:srgbClr val="00C6FF"/>
              </a:gs>
              <a:gs pos="100000">
                <a:srgbClr val="00C6FF"/>
              </a:gs>
            </a:gsLst>
            <a:lin ang="2700006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2" name="Google Shape;2212;g3f173680aaf_49_6689"/>
          <p:cNvSpPr txBox="1">
            <a:spLocks noGrp="1"/>
          </p:cNvSpPr>
          <p:nvPr>
            <p:ph type="sldNum" idx="12"/>
          </p:nvPr>
        </p:nvSpPr>
        <p:spPr>
          <a:xfrm>
            <a:off x="43895" y="4924800"/>
            <a:ext cx="218700" cy="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13" name="Google Shape;2213;g3f173680aaf_49_6689"/>
          <p:cNvSpPr txBox="1"/>
          <p:nvPr/>
        </p:nvSpPr>
        <p:spPr>
          <a:xfrm>
            <a:off x="3526973" y="480061"/>
            <a:ext cx="2271600" cy="484800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68575" tIns="34275" rIns="68575" bIns="3427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endParaRPr sz="2700" b="1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4" name="Google Shape;2214;g3f173680aaf_49_6689"/>
          <p:cNvSpPr txBox="1">
            <a:spLocks noGrp="1"/>
          </p:cNvSpPr>
          <p:nvPr>
            <p:ph type="body" idx="1"/>
          </p:nvPr>
        </p:nvSpPr>
        <p:spPr>
          <a:xfrm>
            <a:off x="1525424" y="1169261"/>
            <a:ext cx="6093300" cy="3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3619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AutoNum type="arabicPeriod"/>
              <a:defRPr sz="210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215" name="Google Shape;2215;g3f173680aaf_49_6689"/>
          <p:cNvSpPr/>
          <p:nvPr/>
        </p:nvSpPr>
        <p:spPr>
          <a:xfrm rot="10800000">
            <a:off x="13" y="83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16" name="Google Shape;2216;g3f173680aaf_49_6689"/>
          <p:cNvGrpSpPr/>
          <p:nvPr/>
        </p:nvGrpSpPr>
        <p:grpSpPr>
          <a:xfrm>
            <a:off x="43967" y="30708"/>
            <a:ext cx="2152257" cy="664889"/>
            <a:chOff x="44974" y="27296"/>
            <a:chExt cx="2869676" cy="886519"/>
          </a:xfrm>
        </p:grpSpPr>
        <p:cxnSp>
          <p:nvCxnSpPr>
            <p:cNvPr id="2217" name="Google Shape;2217;g3f173680aaf_49_6689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2218" name="Google Shape;2218;g3f173680aaf_49_6689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2219" name="Google Shape;2219;g3f173680aaf_49_6689"/>
            <p:cNvCxnSpPr/>
            <p:nvPr/>
          </p:nvCxnSpPr>
          <p:spPr>
            <a:xfrm rot="10800000">
              <a:off x="52214" y="654015"/>
              <a:ext cx="0" cy="2598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2220" name="Google Shape;2220;g3f173680aaf_49_6689"/>
          <p:cNvSpPr txBox="1">
            <a:spLocks noGrp="1"/>
          </p:cNvSpPr>
          <p:nvPr>
            <p:ph type="dt" idx="10"/>
          </p:nvPr>
        </p:nvSpPr>
        <p:spPr>
          <a:xfrm>
            <a:off x="597017" y="4840976"/>
            <a:ext cx="15993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21" name="Google Shape;2221;g3f173680aaf_49_6689"/>
          <p:cNvSpPr txBox="1">
            <a:spLocks noGrp="1"/>
          </p:cNvSpPr>
          <p:nvPr>
            <p:ph type="body" idx="2"/>
          </p:nvPr>
        </p:nvSpPr>
        <p:spPr>
          <a:xfrm>
            <a:off x="3644797" y="550984"/>
            <a:ext cx="20361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27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222" name="Google Shape;2222;g3f173680aaf_49_6689"/>
          <p:cNvSpPr/>
          <p:nvPr/>
        </p:nvSpPr>
        <p:spPr>
          <a:xfrm>
            <a:off x="8692153" y="79409"/>
            <a:ext cx="366980" cy="303866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êu đề chương">
  <p:cSld name="Tiêu đề chương">
    <p:spTree>
      <p:nvGrpSpPr>
        <p:cNvPr id="1" name="Shape 2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4" name="Google Shape;2224;g3f173680aaf_49_6770" descr="Background patter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-1"/>
            <a:ext cx="9144001" cy="514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225" name="Google Shape;2225;g3f173680aaf_49_6770"/>
          <p:cNvSpPr/>
          <p:nvPr/>
        </p:nvSpPr>
        <p:spPr>
          <a:xfrm>
            <a:off x="-1" y="-2335"/>
            <a:ext cx="9144000" cy="5143500"/>
          </a:xfrm>
          <a:prstGeom prst="rect">
            <a:avLst/>
          </a:prstGeom>
          <a:gradFill>
            <a:gsLst>
              <a:gs pos="0">
                <a:srgbClr val="0A4671">
                  <a:alpha val="74901"/>
                </a:srgbClr>
              </a:gs>
              <a:gs pos="100000">
                <a:srgbClr val="0A467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6" name="Google Shape;2226;g3f173680aaf_49_6770"/>
          <p:cNvSpPr/>
          <p:nvPr/>
        </p:nvSpPr>
        <p:spPr>
          <a:xfrm rot="10800000">
            <a:off x="13" y="83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27" name="Google Shape;2227;g3f173680aaf_49_6770"/>
          <p:cNvGrpSpPr/>
          <p:nvPr/>
        </p:nvGrpSpPr>
        <p:grpSpPr>
          <a:xfrm>
            <a:off x="43967" y="30708"/>
            <a:ext cx="2152257" cy="1172534"/>
            <a:chOff x="44974" y="27296"/>
            <a:chExt cx="2869676" cy="1563379"/>
          </a:xfrm>
        </p:grpSpPr>
        <p:cxnSp>
          <p:nvCxnSpPr>
            <p:cNvPr id="2228" name="Google Shape;2228;g3f173680aaf_49_6770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F7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2229" name="Google Shape;2229;g3f173680aaf_49_6770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F7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2230" name="Google Shape;2230;g3f173680aaf_49_6770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flat" cmpd="sng">
              <a:solidFill>
                <a:srgbClr val="00F7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2231" name="Google Shape;2231;g3f173680aaf_49_6770"/>
          <p:cNvSpPr/>
          <p:nvPr/>
        </p:nvSpPr>
        <p:spPr>
          <a:xfrm>
            <a:off x="8607287" y="4680817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32" name="Google Shape;2232;g3f173680aaf_49_6770"/>
          <p:cNvGrpSpPr/>
          <p:nvPr/>
        </p:nvGrpSpPr>
        <p:grpSpPr>
          <a:xfrm rot="10800000">
            <a:off x="6947777" y="3940258"/>
            <a:ext cx="2152257" cy="1172534"/>
            <a:chOff x="44974" y="27296"/>
            <a:chExt cx="2869676" cy="1563379"/>
          </a:xfrm>
        </p:grpSpPr>
        <p:cxnSp>
          <p:nvCxnSpPr>
            <p:cNvPr id="2233" name="Google Shape;2233;g3f173680aaf_49_6770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34" name="Google Shape;2234;g3f173680aaf_49_6770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35" name="Google Shape;2235;g3f173680aaf_49_6770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236" name="Google Shape;2236;g3f173680aaf_49_6770"/>
          <p:cNvSpPr/>
          <p:nvPr/>
        </p:nvSpPr>
        <p:spPr>
          <a:xfrm>
            <a:off x="8692153" y="79409"/>
            <a:ext cx="366980" cy="303866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7" name="Google Shape;2237;g3f173680aaf_49_6770"/>
          <p:cNvSpPr txBox="1">
            <a:spLocks noGrp="1"/>
          </p:cNvSpPr>
          <p:nvPr>
            <p:ph type="body" idx="1"/>
          </p:nvPr>
        </p:nvSpPr>
        <p:spPr>
          <a:xfrm>
            <a:off x="1103197" y="1571270"/>
            <a:ext cx="7455900" cy="6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F7FF"/>
              </a:buClr>
              <a:buSzPts val="3300"/>
              <a:buNone/>
              <a:defRPr sz="3300" b="1">
                <a:solidFill>
                  <a:srgbClr val="00F7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238" name="Google Shape;2238;g3f173680aaf_49_6770"/>
          <p:cNvSpPr txBox="1">
            <a:spLocks noGrp="1"/>
          </p:cNvSpPr>
          <p:nvPr>
            <p:ph type="body" idx="2"/>
          </p:nvPr>
        </p:nvSpPr>
        <p:spPr>
          <a:xfrm>
            <a:off x="1103197" y="2376869"/>
            <a:ext cx="7455900" cy="5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239" name="Google Shape;2239;g3f173680aaf_49_6770"/>
          <p:cNvSpPr txBox="1">
            <a:spLocks noGrp="1"/>
          </p:cNvSpPr>
          <p:nvPr>
            <p:ph type="body" idx="3"/>
          </p:nvPr>
        </p:nvSpPr>
        <p:spPr>
          <a:xfrm>
            <a:off x="1103197" y="3103048"/>
            <a:ext cx="5360100" cy="6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240" name="Google Shape;2240;g3f173680aaf_49_6770"/>
          <p:cNvSpPr txBox="1">
            <a:spLocks noGrp="1"/>
          </p:cNvSpPr>
          <p:nvPr>
            <p:ph type="body" idx="4"/>
          </p:nvPr>
        </p:nvSpPr>
        <p:spPr>
          <a:xfrm>
            <a:off x="6672432" y="3923927"/>
            <a:ext cx="18909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F7FF"/>
              </a:buClr>
              <a:buSzPts val="9000"/>
              <a:buNone/>
              <a:defRPr sz="9000" b="1">
                <a:solidFill>
                  <a:srgbClr val="00F7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cxnSp>
        <p:nvCxnSpPr>
          <p:cNvPr id="2241" name="Google Shape;2241;g3f173680aaf_49_6770"/>
          <p:cNvCxnSpPr/>
          <p:nvPr/>
        </p:nvCxnSpPr>
        <p:spPr>
          <a:xfrm>
            <a:off x="1180617" y="2234762"/>
            <a:ext cx="2673600" cy="0"/>
          </a:xfrm>
          <a:prstGeom prst="straightConnector1">
            <a:avLst/>
          </a:prstGeom>
          <a:noFill/>
          <a:ln w="19050" cap="rnd" cmpd="sng">
            <a:solidFill>
              <a:srgbClr val="00F7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42" name="Google Shape;2242;g3f173680aaf_49_6770"/>
          <p:cNvSpPr txBox="1">
            <a:spLocks noGrp="1"/>
          </p:cNvSpPr>
          <p:nvPr>
            <p:ph type="dt" idx="10"/>
          </p:nvPr>
        </p:nvSpPr>
        <p:spPr>
          <a:xfrm>
            <a:off x="4545225" y="4861235"/>
            <a:ext cx="1567500" cy="1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43" name="Google Shape;2243;g3f173680aaf_49_6770"/>
          <p:cNvSpPr txBox="1">
            <a:spLocks noGrp="1"/>
          </p:cNvSpPr>
          <p:nvPr>
            <p:ph type="ftr" idx="11"/>
          </p:nvPr>
        </p:nvSpPr>
        <p:spPr>
          <a:xfrm>
            <a:off x="628650" y="4861235"/>
            <a:ext cx="3357000" cy="1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grpSp>
        <p:nvGrpSpPr>
          <p:cNvPr id="2244" name="Google Shape;2244;g3f173680aaf_49_6770"/>
          <p:cNvGrpSpPr/>
          <p:nvPr/>
        </p:nvGrpSpPr>
        <p:grpSpPr>
          <a:xfrm>
            <a:off x="12020" y="3471965"/>
            <a:ext cx="325800" cy="1671646"/>
            <a:chOff x="16026" y="4629289"/>
            <a:chExt cx="434400" cy="2228861"/>
          </a:xfrm>
        </p:grpSpPr>
        <p:sp>
          <p:nvSpPr>
            <p:cNvPr id="2245" name="Google Shape;2245;g3f173680aaf_49_6770"/>
            <p:cNvSpPr/>
            <p:nvPr/>
          </p:nvSpPr>
          <p:spPr>
            <a:xfrm>
              <a:off x="16026" y="4629289"/>
              <a:ext cx="434400" cy="34710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6" name="Google Shape;2246;g3f173680aaf_49_6770"/>
            <p:cNvSpPr/>
            <p:nvPr/>
          </p:nvSpPr>
          <p:spPr>
            <a:xfrm>
              <a:off x="16026" y="5005641"/>
              <a:ext cx="434400" cy="34710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7" name="Google Shape;2247;g3f173680aaf_49_6770"/>
            <p:cNvSpPr/>
            <p:nvPr/>
          </p:nvSpPr>
          <p:spPr>
            <a:xfrm>
              <a:off x="16026" y="5381993"/>
              <a:ext cx="434400" cy="34710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8" name="Google Shape;2248;g3f173680aaf_49_6770"/>
            <p:cNvSpPr/>
            <p:nvPr/>
          </p:nvSpPr>
          <p:spPr>
            <a:xfrm>
              <a:off x="16026" y="5758345"/>
              <a:ext cx="434400" cy="34710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9" name="Google Shape;2249;g3f173680aaf_49_6770"/>
            <p:cNvSpPr/>
            <p:nvPr/>
          </p:nvSpPr>
          <p:spPr>
            <a:xfrm>
              <a:off x="16026" y="6134697"/>
              <a:ext cx="434400" cy="34710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0" name="Google Shape;2250;g3f173680aaf_49_6770"/>
            <p:cNvSpPr/>
            <p:nvPr/>
          </p:nvSpPr>
          <p:spPr>
            <a:xfrm>
              <a:off x="16026" y="6511050"/>
              <a:ext cx="434400" cy="347100"/>
            </a:xfrm>
            <a:prstGeom prst="rect">
              <a:avLst/>
            </a:prstGeom>
            <a:gradFill>
              <a:gsLst>
                <a:gs pos="0">
                  <a:srgbClr val="00F7FF"/>
                </a:gs>
                <a:gs pos="100000">
                  <a:srgbClr val="00F7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51" name="Google Shape;2251;g3f173680aaf_49_6770"/>
          <p:cNvSpPr/>
          <p:nvPr/>
        </p:nvSpPr>
        <p:spPr>
          <a:xfrm>
            <a:off x="71406" y="4937363"/>
            <a:ext cx="175500" cy="175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2" name="Google Shape;2252;g3f173680aaf_49_6770"/>
          <p:cNvSpPr txBox="1">
            <a:spLocks noGrp="1"/>
          </p:cNvSpPr>
          <p:nvPr>
            <p:ph type="sldNum" idx="12"/>
          </p:nvPr>
        </p:nvSpPr>
        <p:spPr>
          <a:xfrm>
            <a:off x="49396" y="4906662"/>
            <a:ext cx="219300" cy="2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253" name="Google Shape;2253;g3f173680aaf_49_6770" descr="Background patter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-1"/>
            <a:ext cx="9144001" cy="514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254" name="Google Shape;2254;g3f173680aaf_49_677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0A4671">
                  <a:alpha val="74901"/>
                </a:srgbClr>
              </a:gs>
              <a:gs pos="100000">
                <a:srgbClr val="0A467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5" name="Google Shape;2255;g3f173680aaf_49_6770"/>
          <p:cNvSpPr/>
          <p:nvPr/>
        </p:nvSpPr>
        <p:spPr>
          <a:xfrm>
            <a:off x="12019" y="3471967"/>
            <a:ext cx="325800" cy="260400"/>
          </a:xfrm>
          <a:prstGeom prst="rect">
            <a:avLst/>
          </a:prstGeom>
          <a:solidFill>
            <a:srgbClr val="00F7FF"/>
          </a:solidFill>
          <a:ln w="9525" cap="flat" cmpd="sng">
            <a:solidFill>
              <a:srgbClr val="00F7F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6" name="Google Shape;2256;g3f173680aaf_49_6770"/>
          <p:cNvSpPr/>
          <p:nvPr/>
        </p:nvSpPr>
        <p:spPr>
          <a:xfrm>
            <a:off x="12019" y="3754231"/>
            <a:ext cx="325800" cy="260400"/>
          </a:xfrm>
          <a:prstGeom prst="rect">
            <a:avLst/>
          </a:prstGeom>
          <a:solidFill>
            <a:srgbClr val="00F7FF"/>
          </a:solidFill>
          <a:ln w="9525" cap="flat" cmpd="sng">
            <a:solidFill>
              <a:srgbClr val="00F7F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7" name="Google Shape;2257;g3f173680aaf_49_6770"/>
          <p:cNvSpPr/>
          <p:nvPr/>
        </p:nvSpPr>
        <p:spPr>
          <a:xfrm>
            <a:off x="12019" y="4036495"/>
            <a:ext cx="325800" cy="260400"/>
          </a:xfrm>
          <a:prstGeom prst="rect">
            <a:avLst/>
          </a:prstGeom>
          <a:solidFill>
            <a:srgbClr val="00F7FF"/>
          </a:solidFill>
          <a:ln w="9525" cap="flat" cmpd="sng">
            <a:solidFill>
              <a:srgbClr val="00F7F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8" name="Google Shape;2258;g3f173680aaf_49_6770"/>
          <p:cNvSpPr/>
          <p:nvPr/>
        </p:nvSpPr>
        <p:spPr>
          <a:xfrm>
            <a:off x="12019" y="4318759"/>
            <a:ext cx="325800" cy="260400"/>
          </a:xfrm>
          <a:prstGeom prst="rect">
            <a:avLst/>
          </a:prstGeom>
          <a:noFill/>
          <a:ln w="9525" cap="flat" cmpd="sng">
            <a:solidFill>
              <a:srgbClr val="00F7F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9" name="Google Shape;2259;g3f173680aaf_49_6770"/>
          <p:cNvSpPr/>
          <p:nvPr/>
        </p:nvSpPr>
        <p:spPr>
          <a:xfrm>
            <a:off x="12019" y="4601023"/>
            <a:ext cx="325800" cy="260400"/>
          </a:xfrm>
          <a:prstGeom prst="rect">
            <a:avLst/>
          </a:prstGeom>
          <a:noFill/>
          <a:ln w="9525" cap="flat" cmpd="sng">
            <a:solidFill>
              <a:srgbClr val="00F7F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0" name="Google Shape;2260;g3f173680aaf_49_6770"/>
          <p:cNvSpPr/>
          <p:nvPr/>
        </p:nvSpPr>
        <p:spPr>
          <a:xfrm>
            <a:off x="12019" y="4883288"/>
            <a:ext cx="325800" cy="260400"/>
          </a:xfrm>
          <a:prstGeom prst="rect">
            <a:avLst/>
          </a:prstGeom>
          <a:noFill/>
          <a:ln w="9525" cap="flat" cmpd="sng">
            <a:solidFill>
              <a:srgbClr val="00F7FF"/>
            </a:solidFill>
            <a:prstDash val="solid"/>
            <a:miter lim="8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1" name="Google Shape;2261;g3f173680aaf_49_6770"/>
          <p:cNvSpPr/>
          <p:nvPr/>
        </p:nvSpPr>
        <p:spPr>
          <a:xfrm rot="10800000">
            <a:off x="13" y="83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62" name="Google Shape;2262;g3f173680aaf_49_6770"/>
          <p:cNvGrpSpPr/>
          <p:nvPr/>
        </p:nvGrpSpPr>
        <p:grpSpPr>
          <a:xfrm>
            <a:off x="43967" y="30708"/>
            <a:ext cx="2152257" cy="1172534"/>
            <a:chOff x="44974" y="27296"/>
            <a:chExt cx="2869676" cy="1563379"/>
          </a:xfrm>
        </p:grpSpPr>
        <p:cxnSp>
          <p:nvCxnSpPr>
            <p:cNvPr id="2263" name="Google Shape;2263;g3f173680aaf_49_6770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F7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2264" name="Google Shape;2264;g3f173680aaf_49_6770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F7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2265" name="Google Shape;2265;g3f173680aaf_49_6770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flat" cmpd="sng">
              <a:solidFill>
                <a:srgbClr val="00F7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2266" name="Google Shape;2266;g3f173680aaf_49_6770"/>
          <p:cNvSpPr/>
          <p:nvPr/>
        </p:nvSpPr>
        <p:spPr>
          <a:xfrm>
            <a:off x="8607287" y="4680817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67" name="Google Shape;2267;g3f173680aaf_49_6770"/>
          <p:cNvGrpSpPr/>
          <p:nvPr/>
        </p:nvGrpSpPr>
        <p:grpSpPr>
          <a:xfrm rot="10800000">
            <a:off x="6947777" y="3940258"/>
            <a:ext cx="2152257" cy="1172534"/>
            <a:chOff x="44974" y="27296"/>
            <a:chExt cx="2869676" cy="1563379"/>
          </a:xfrm>
        </p:grpSpPr>
        <p:cxnSp>
          <p:nvCxnSpPr>
            <p:cNvPr id="2268" name="Google Shape;2268;g3f173680aaf_49_6770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69" name="Google Shape;2269;g3f173680aaf_49_6770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70" name="Google Shape;2270;g3f173680aaf_49_6770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rnd" cmpd="sng">
              <a:solidFill>
                <a:srgbClr val="00F7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271" name="Google Shape;2271;g3f173680aaf_49_6770"/>
          <p:cNvSpPr/>
          <p:nvPr/>
        </p:nvSpPr>
        <p:spPr>
          <a:xfrm>
            <a:off x="8692153" y="79409"/>
            <a:ext cx="366980" cy="303866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2" name="Google Shape;2272;g3f173680aaf_49_6770"/>
          <p:cNvSpPr txBox="1">
            <a:spLocks noGrp="1"/>
          </p:cNvSpPr>
          <p:nvPr>
            <p:ph type="sldNum" idx="5"/>
          </p:nvPr>
        </p:nvSpPr>
        <p:spPr>
          <a:xfrm>
            <a:off x="8924544" y="4906662"/>
            <a:ext cx="219300" cy="2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73" name="Google Shape;2273;g3f173680aaf_49_6770"/>
          <p:cNvSpPr txBox="1">
            <a:spLocks noGrp="1"/>
          </p:cNvSpPr>
          <p:nvPr>
            <p:ph type="body" idx="6"/>
          </p:nvPr>
        </p:nvSpPr>
        <p:spPr>
          <a:xfrm>
            <a:off x="1103197" y="1571270"/>
            <a:ext cx="4698300" cy="6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F7FF"/>
              </a:buClr>
              <a:buSzPts val="3300"/>
              <a:buNone/>
              <a:defRPr sz="3300" b="1">
                <a:solidFill>
                  <a:srgbClr val="00F7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274" name="Google Shape;2274;g3f173680aaf_49_6770"/>
          <p:cNvSpPr txBox="1">
            <a:spLocks noGrp="1"/>
          </p:cNvSpPr>
          <p:nvPr>
            <p:ph type="body" idx="7"/>
          </p:nvPr>
        </p:nvSpPr>
        <p:spPr>
          <a:xfrm>
            <a:off x="1103197" y="2376869"/>
            <a:ext cx="6685500" cy="5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275" name="Google Shape;2275;g3f173680aaf_49_6770"/>
          <p:cNvSpPr txBox="1">
            <a:spLocks noGrp="1"/>
          </p:cNvSpPr>
          <p:nvPr>
            <p:ph type="body" idx="8"/>
          </p:nvPr>
        </p:nvSpPr>
        <p:spPr>
          <a:xfrm>
            <a:off x="1103197" y="3103048"/>
            <a:ext cx="5360100" cy="6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cxnSp>
        <p:nvCxnSpPr>
          <p:cNvPr id="2276" name="Google Shape;2276;g3f173680aaf_49_6770"/>
          <p:cNvCxnSpPr/>
          <p:nvPr/>
        </p:nvCxnSpPr>
        <p:spPr>
          <a:xfrm>
            <a:off x="1180617" y="2234762"/>
            <a:ext cx="2673600" cy="0"/>
          </a:xfrm>
          <a:prstGeom prst="straightConnector1">
            <a:avLst/>
          </a:prstGeom>
          <a:noFill/>
          <a:ln w="19050" cap="rnd" cmpd="sng">
            <a:solidFill>
              <a:srgbClr val="00F7F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 sanh 2">
  <p:cSld name="So sanh 2">
    <p:spTree>
      <p:nvGrpSpPr>
        <p:cNvPr id="1" name="Shape 2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8" name="Google Shape;2278;g3f173680aaf_49_6824"/>
          <p:cNvSpPr/>
          <p:nvPr/>
        </p:nvSpPr>
        <p:spPr>
          <a:xfrm rot="10800000">
            <a:off x="-1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9" name="Google Shape;2279;g3f173680aaf_49_6824"/>
          <p:cNvSpPr/>
          <p:nvPr/>
        </p:nvSpPr>
        <p:spPr>
          <a:xfrm rot="10800000">
            <a:off x="13" y="83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80" name="Google Shape;2280;g3f173680aaf_49_6824"/>
          <p:cNvGrpSpPr/>
          <p:nvPr/>
        </p:nvGrpSpPr>
        <p:grpSpPr>
          <a:xfrm>
            <a:off x="43967" y="40719"/>
            <a:ext cx="2152257" cy="1172534"/>
            <a:chOff x="44974" y="27296"/>
            <a:chExt cx="2869676" cy="1563379"/>
          </a:xfrm>
        </p:grpSpPr>
        <p:cxnSp>
          <p:nvCxnSpPr>
            <p:cNvPr id="2281" name="Google Shape;2281;g3f173680aaf_49_6824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2282" name="Google Shape;2282;g3f173680aaf_49_6824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2283" name="Google Shape;2283;g3f173680aaf_49_6824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2284" name="Google Shape;2284;g3f173680aaf_49_6824"/>
          <p:cNvSpPr/>
          <p:nvPr/>
        </p:nvSpPr>
        <p:spPr>
          <a:xfrm>
            <a:off x="8607287" y="4680817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5" name="Google Shape;2285;g3f173680aaf_49_6824"/>
          <p:cNvSpPr txBox="1">
            <a:spLocks noGrp="1"/>
          </p:cNvSpPr>
          <p:nvPr>
            <p:ph type="body" idx="1"/>
          </p:nvPr>
        </p:nvSpPr>
        <p:spPr>
          <a:xfrm>
            <a:off x="580608" y="1471961"/>
            <a:ext cx="3901500" cy="31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286" name="Google Shape;2286;g3f173680aaf_49_6824"/>
          <p:cNvSpPr txBox="1">
            <a:spLocks noGrp="1"/>
          </p:cNvSpPr>
          <p:nvPr>
            <p:ph type="ftr" idx="11"/>
          </p:nvPr>
        </p:nvSpPr>
        <p:spPr>
          <a:xfrm>
            <a:off x="580610" y="4856715"/>
            <a:ext cx="32340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grpSp>
        <p:nvGrpSpPr>
          <p:cNvPr id="2287" name="Google Shape;2287;g3f173680aaf_49_6824"/>
          <p:cNvGrpSpPr/>
          <p:nvPr/>
        </p:nvGrpSpPr>
        <p:grpSpPr>
          <a:xfrm>
            <a:off x="12020" y="3471965"/>
            <a:ext cx="325800" cy="1671646"/>
            <a:chOff x="16026" y="4629289"/>
            <a:chExt cx="434400" cy="2228861"/>
          </a:xfrm>
        </p:grpSpPr>
        <p:sp>
          <p:nvSpPr>
            <p:cNvPr id="2288" name="Google Shape;2288;g3f173680aaf_49_6824"/>
            <p:cNvSpPr/>
            <p:nvPr/>
          </p:nvSpPr>
          <p:spPr>
            <a:xfrm>
              <a:off x="16026" y="4629289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9" name="Google Shape;2289;g3f173680aaf_49_6824"/>
            <p:cNvSpPr/>
            <p:nvPr/>
          </p:nvSpPr>
          <p:spPr>
            <a:xfrm>
              <a:off x="16026" y="5005641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0" name="Google Shape;2290;g3f173680aaf_49_6824"/>
            <p:cNvSpPr/>
            <p:nvPr/>
          </p:nvSpPr>
          <p:spPr>
            <a:xfrm>
              <a:off x="16026" y="5381993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1" name="Google Shape;2291;g3f173680aaf_49_6824"/>
            <p:cNvSpPr/>
            <p:nvPr/>
          </p:nvSpPr>
          <p:spPr>
            <a:xfrm>
              <a:off x="16026" y="5758345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2" name="Google Shape;2292;g3f173680aaf_49_6824"/>
            <p:cNvSpPr/>
            <p:nvPr/>
          </p:nvSpPr>
          <p:spPr>
            <a:xfrm>
              <a:off x="16026" y="6134697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3" name="Google Shape;2293;g3f173680aaf_49_6824"/>
            <p:cNvSpPr/>
            <p:nvPr/>
          </p:nvSpPr>
          <p:spPr>
            <a:xfrm>
              <a:off x="16026" y="6511050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94" name="Google Shape;2294;g3f173680aaf_49_6824"/>
          <p:cNvSpPr txBox="1">
            <a:spLocks noGrp="1"/>
          </p:cNvSpPr>
          <p:nvPr>
            <p:ph type="dt" idx="10"/>
          </p:nvPr>
        </p:nvSpPr>
        <p:spPr>
          <a:xfrm>
            <a:off x="4835585" y="4856715"/>
            <a:ext cx="15675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95" name="Google Shape;2295;g3f173680aaf_49_6824"/>
          <p:cNvSpPr/>
          <p:nvPr/>
        </p:nvSpPr>
        <p:spPr>
          <a:xfrm>
            <a:off x="8692153" y="79409"/>
            <a:ext cx="366980" cy="303866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6" name="Google Shape;2296;g3f173680aaf_49_6824"/>
          <p:cNvSpPr/>
          <p:nvPr/>
        </p:nvSpPr>
        <p:spPr>
          <a:xfrm>
            <a:off x="69722" y="4907206"/>
            <a:ext cx="210300" cy="2103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7" name="Google Shape;2297;g3f173680aaf_49_6824"/>
          <p:cNvSpPr txBox="1">
            <a:spLocks noGrp="1"/>
          </p:cNvSpPr>
          <p:nvPr>
            <p:ph type="sldNum" idx="12"/>
          </p:nvPr>
        </p:nvSpPr>
        <p:spPr>
          <a:xfrm>
            <a:off x="43785" y="4881269"/>
            <a:ext cx="2622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298" name="Google Shape;2298;g3f173680aaf_49_6824"/>
          <p:cNvGrpSpPr/>
          <p:nvPr/>
        </p:nvGrpSpPr>
        <p:grpSpPr>
          <a:xfrm rot="10800000">
            <a:off x="6949022" y="3934533"/>
            <a:ext cx="2152257" cy="1172534"/>
            <a:chOff x="44974" y="27296"/>
            <a:chExt cx="2869676" cy="1563379"/>
          </a:xfrm>
        </p:grpSpPr>
        <p:cxnSp>
          <p:nvCxnSpPr>
            <p:cNvPr id="2299" name="Google Shape;2299;g3f173680aaf_49_6824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2300" name="Google Shape;2300;g3f173680aaf_49_6824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2301" name="Google Shape;2301;g3f173680aaf_49_6824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2302" name="Google Shape;2302;g3f173680aaf_49_6824"/>
          <p:cNvSpPr txBox="1">
            <a:spLocks noGrp="1"/>
          </p:cNvSpPr>
          <p:nvPr>
            <p:ph type="body" idx="2"/>
          </p:nvPr>
        </p:nvSpPr>
        <p:spPr>
          <a:xfrm>
            <a:off x="4613850" y="1467960"/>
            <a:ext cx="3901500" cy="31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303" name="Google Shape;2303;g3f173680aaf_49_6824"/>
          <p:cNvSpPr txBox="1">
            <a:spLocks noGrp="1"/>
          </p:cNvSpPr>
          <p:nvPr>
            <p:ph type="body" idx="3"/>
          </p:nvPr>
        </p:nvSpPr>
        <p:spPr>
          <a:xfrm>
            <a:off x="580608" y="925369"/>
            <a:ext cx="3902100" cy="378600"/>
          </a:xfrm>
          <a:prstGeom prst="rect">
            <a:avLst/>
          </a:prstGeom>
          <a:gradFill>
            <a:gsLst>
              <a:gs pos="0">
                <a:srgbClr val="0072FF"/>
              </a:gs>
              <a:gs pos="99000">
                <a:srgbClr val="00C6FF"/>
              </a:gs>
              <a:gs pos="100000">
                <a:srgbClr val="00C6FF"/>
              </a:gs>
            </a:gsLst>
            <a:lin ang="2700006" scaled="0"/>
          </a:gradFill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304" name="Google Shape;2304;g3f173680aaf_49_6824"/>
          <p:cNvSpPr txBox="1">
            <a:spLocks noGrp="1"/>
          </p:cNvSpPr>
          <p:nvPr>
            <p:ph type="body" idx="4"/>
          </p:nvPr>
        </p:nvSpPr>
        <p:spPr>
          <a:xfrm>
            <a:off x="4613255" y="925369"/>
            <a:ext cx="3902100" cy="378600"/>
          </a:xfrm>
          <a:prstGeom prst="rect">
            <a:avLst/>
          </a:prstGeom>
          <a:gradFill>
            <a:gsLst>
              <a:gs pos="0">
                <a:srgbClr val="0072FF"/>
              </a:gs>
              <a:gs pos="99000">
                <a:srgbClr val="00C6FF"/>
              </a:gs>
              <a:gs pos="100000">
                <a:srgbClr val="00C6FF"/>
              </a:gs>
            </a:gsLst>
            <a:lin ang="2700006" scaled="0"/>
          </a:gradFill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305" name="Google Shape;2305;g3f173680aaf_49_6824"/>
          <p:cNvSpPr txBox="1">
            <a:spLocks noGrp="1"/>
          </p:cNvSpPr>
          <p:nvPr>
            <p:ph type="title"/>
          </p:nvPr>
        </p:nvSpPr>
        <p:spPr>
          <a:xfrm>
            <a:off x="580609" y="167973"/>
            <a:ext cx="7935000" cy="5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72FF"/>
              </a:buClr>
              <a:buSzPts val="3300"/>
              <a:buFont typeface="Times New Roman"/>
              <a:buNone/>
              <a:defRPr sz="33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i dung 2">
  <p:cSld name="Noi dung 2">
    <p:spTree>
      <p:nvGrpSpPr>
        <p:cNvPr id="1" name="Shape 2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7" name="Google Shape;2307;g3f173680aaf_49_6853"/>
          <p:cNvSpPr/>
          <p:nvPr/>
        </p:nvSpPr>
        <p:spPr>
          <a:xfrm rot="10800000">
            <a:off x="-1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8" name="Google Shape;2308;g3f173680aaf_49_6853"/>
          <p:cNvSpPr/>
          <p:nvPr/>
        </p:nvSpPr>
        <p:spPr>
          <a:xfrm rot="10800000">
            <a:off x="13" y="83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09" name="Google Shape;2309;g3f173680aaf_49_6853"/>
          <p:cNvGrpSpPr/>
          <p:nvPr/>
        </p:nvGrpSpPr>
        <p:grpSpPr>
          <a:xfrm>
            <a:off x="43967" y="40719"/>
            <a:ext cx="2152257" cy="1172534"/>
            <a:chOff x="44974" y="27296"/>
            <a:chExt cx="2869676" cy="1563379"/>
          </a:xfrm>
        </p:grpSpPr>
        <p:cxnSp>
          <p:nvCxnSpPr>
            <p:cNvPr id="2310" name="Google Shape;2310;g3f173680aaf_49_6853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2311" name="Google Shape;2311;g3f173680aaf_49_6853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2312" name="Google Shape;2312;g3f173680aaf_49_6853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2313" name="Google Shape;2313;g3f173680aaf_49_6853"/>
          <p:cNvSpPr/>
          <p:nvPr/>
        </p:nvSpPr>
        <p:spPr>
          <a:xfrm>
            <a:off x="8607287" y="4680817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4" name="Google Shape;2314;g3f173680aaf_49_6853"/>
          <p:cNvSpPr txBox="1">
            <a:spLocks noGrp="1"/>
          </p:cNvSpPr>
          <p:nvPr>
            <p:ph type="title"/>
          </p:nvPr>
        </p:nvSpPr>
        <p:spPr>
          <a:xfrm>
            <a:off x="580610" y="151507"/>
            <a:ext cx="2949000" cy="12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72FF"/>
              </a:buClr>
              <a:buSzPts val="3000"/>
              <a:buFont typeface="Times New Roman"/>
              <a:buNone/>
              <a:defRPr sz="30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15" name="Google Shape;2315;g3f173680aaf_49_6853"/>
          <p:cNvSpPr txBox="1">
            <a:spLocks noGrp="1"/>
          </p:cNvSpPr>
          <p:nvPr>
            <p:ph type="body" idx="1"/>
          </p:nvPr>
        </p:nvSpPr>
        <p:spPr>
          <a:xfrm>
            <a:off x="580608" y="1585356"/>
            <a:ext cx="2949000" cy="30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316" name="Google Shape;2316;g3f173680aaf_49_6853"/>
          <p:cNvSpPr txBox="1">
            <a:spLocks noGrp="1"/>
          </p:cNvSpPr>
          <p:nvPr>
            <p:ph type="ftr" idx="11"/>
          </p:nvPr>
        </p:nvSpPr>
        <p:spPr>
          <a:xfrm>
            <a:off x="580610" y="4856715"/>
            <a:ext cx="32340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grpSp>
        <p:nvGrpSpPr>
          <p:cNvPr id="2317" name="Google Shape;2317;g3f173680aaf_49_6853"/>
          <p:cNvGrpSpPr/>
          <p:nvPr/>
        </p:nvGrpSpPr>
        <p:grpSpPr>
          <a:xfrm>
            <a:off x="12020" y="3471965"/>
            <a:ext cx="325800" cy="1671646"/>
            <a:chOff x="16026" y="4629289"/>
            <a:chExt cx="434400" cy="2228861"/>
          </a:xfrm>
        </p:grpSpPr>
        <p:sp>
          <p:nvSpPr>
            <p:cNvPr id="2318" name="Google Shape;2318;g3f173680aaf_49_6853"/>
            <p:cNvSpPr/>
            <p:nvPr/>
          </p:nvSpPr>
          <p:spPr>
            <a:xfrm>
              <a:off x="16026" y="4629289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9" name="Google Shape;2319;g3f173680aaf_49_6853"/>
            <p:cNvSpPr/>
            <p:nvPr/>
          </p:nvSpPr>
          <p:spPr>
            <a:xfrm>
              <a:off x="16026" y="5005641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0" name="Google Shape;2320;g3f173680aaf_49_6853"/>
            <p:cNvSpPr/>
            <p:nvPr/>
          </p:nvSpPr>
          <p:spPr>
            <a:xfrm>
              <a:off x="16026" y="5381993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1" name="Google Shape;2321;g3f173680aaf_49_6853"/>
            <p:cNvSpPr/>
            <p:nvPr/>
          </p:nvSpPr>
          <p:spPr>
            <a:xfrm>
              <a:off x="16026" y="5758345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2" name="Google Shape;2322;g3f173680aaf_49_6853"/>
            <p:cNvSpPr/>
            <p:nvPr/>
          </p:nvSpPr>
          <p:spPr>
            <a:xfrm>
              <a:off x="16026" y="6134697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3" name="Google Shape;2323;g3f173680aaf_49_6853"/>
            <p:cNvSpPr/>
            <p:nvPr/>
          </p:nvSpPr>
          <p:spPr>
            <a:xfrm>
              <a:off x="16026" y="6511050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24" name="Google Shape;2324;g3f173680aaf_49_6853"/>
          <p:cNvSpPr txBox="1">
            <a:spLocks noGrp="1"/>
          </p:cNvSpPr>
          <p:nvPr>
            <p:ph type="dt" idx="10"/>
          </p:nvPr>
        </p:nvSpPr>
        <p:spPr>
          <a:xfrm>
            <a:off x="4835585" y="4856715"/>
            <a:ext cx="15675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25" name="Google Shape;2325;g3f173680aaf_49_6853"/>
          <p:cNvSpPr/>
          <p:nvPr/>
        </p:nvSpPr>
        <p:spPr>
          <a:xfrm>
            <a:off x="8692153" y="79409"/>
            <a:ext cx="366980" cy="303866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6" name="Google Shape;2326;g3f173680aaf_49_6853"/>
          <p:cNvSpPr/>
          <p:nvPr/>
        </p:nvSpPr>
        <p:spPr>
          <a:xfrm>
            <a:off x="69722" y="4907206"/>
            <a:ext cx="210300" cy="2103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7" name="Google Shape;2327;g3f173680aaf_49_6853"/>
          <p:cNvSpPr txBox="1">
            <a:spLocks noGrp="1"/>
          </p:cNvSpPr>
          <p:nvPr>
            <p:ph type="sldNum" idx="12"/>
          </p:nvPr>
        </p:nvSpPr>
        <p:spPr>
          <a:xfrm>
            <a:off x="43785" y="4881269"/>
            <a:ext cx="2622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328" name="Google Shape;2328;g3f173680aaf_49_6853"/>
          <p:cNvGrpSpPr/>
          <p:nvPr/>
        </p:nvGrpSpPr>
        <p:grpSpPr>
          <a:xfrm rot="10800000">
            <a:off x="6949022" y="3934533"/>
            <a:ext cx="2152257" cy="1172534"/>
            <a:chOff x="44974" y="27296"/>
            <a:chExt cx="2869676" cy="1563379"/>
          </a:xfrm>
        </p:grpSpPr>
        <p:cxnSp>
          <p:nvCxnSpPr>
            <p:cNvPr id="2329" name="Google Shape;2329;g3f173680aaf_49_6853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2330" name="Google Shape;2330;g3f173680aaf_49_6853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2331" name="Google Shape;2331;g3f173680aaf_49_6853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2332" name="Google Shape;2332;g3f173680aaf_49_6853"/>
          <p:cNvSpPr txBox="1">
            <a:spLocks noGrp="1"/>
          </p:cNvSpPr>
          <p:nvPr>
            <p:ph type="body" idx="2"/>
          </p:nvPr>
        </p:nvSpPr>
        <p:spPr>
          <a:xfrm>
            <a:off x="3814450" y="151507"/>
            <a:ext cx="4701000" cy="44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ình ảnh">
  <p:cSld name="Hình ảnh">
    <p:spTree>
      <p:nvGrpSpPr>
        <p:cNvPr id="1" name="Shape 2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" name="Google Shape;2334;g3f173680aaf_49_6880"/>
          <p:cNvSpPr/>
          <p:nvPr/>
        </p:nvSpPr>
        <p:spPr>
          <a:xfrm rot="10800000">
            <a:off x="-1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5" name="Google Shape;2335;g3f173680aaf_49_6880"/>
          <p:cNvSpPr/>
          <p:nvPr/>
        </p:nvSpPr>
        <p:spPr>
          <a:xfrm rot="10800000">
            <a:off x="13" y="83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36" name="Google Shape;2336;g3f173680aaf_49_6880"/>
          <p:cNvGrpSpPr/>
          <p:nvPr/>
        </p:nvGrpSpPr>
        <p:grpSpPr>
          <a:xfrm>
            <a:off x="43967" y="40719"/>
            <a:ext cx="2152257" cy="1172534"/>
            <a:chOff x="44974" y="27296"/>
            <a:chExt cx="2869676" cy="1563379"/>
          </a:xfrm>
        </p:grpSpPr>
        <p:cxnSp>
          <p:nvCxnSpPr>
            <p:cNvPr id="2337" name="Google Shape;2337;g3f173680aaf_49_6880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2338" name="Google Shape;2338;g3f173680aaf_49_6880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2339" name="Google Shape;2339;g3f173680aaf_49_6880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2340" name="Google Shape;2340;g3f173680aaf_49_6880"/>
          <p:cNvSpPr/>
          <p:nvPr/>
        </p:nvSpPr>
        <p:spPr>
          <a:xfrm>
            <a:off x="8607287" y="4680817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1" name="Google Shape;2341;g3f173680aaf_49_6880"/>
          <p:cNvSpPr txBox="1">
            <a:spLocks noGrp="1"/>
          </p:cNvSpPr>
          <p:nvPr>
            <p:ph type="title"/>
          </p:nvPr>
        </p:nvSpPr>
        <p:spPr>
          <a:xfrm>
            <a:off x="580610" y="151507"/>
            <a:ext cx="2949000" cy="12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72FF"/>
              </a:buClr>
              <a:buSzPts val="3000"/>
              <a:buFont typeface="Times New Roman"/>
              <a:buNone/>
              <a:defRPr sz="30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42" name="Google Shape;2342;g3f173680aaf_49_6880"/>
          <p:cNvSpPr txBox="1">
            <a:spLocks noGrp="1"/>
          </p:cNvSpPr>
          <p:nvPr>
            <p:ph type="body" idx="1"/>
          </p:nvPr>
        </p:nvSpPr>
        <p:spPr>
          <a:xfrm>
            <a:off x="580608" y="1585356"/>
            <a:ext cx="2949000" cy="30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343" name="Google Shape;2343;g3f173680aaf_49_6880"/>
          <p:cNvSpPr txBox="1">
            <a:spLocks noGrp="1"/>
          </p:cNvSpPr>
          <p:nvPr>
            <p:ph type="ftr" idx="11"/>
          </p:nvPr>
        </p:nvSpPr>
        <p:spPr>
          <a:xfrm>
            <a:off x="580610" y="4856715"/>
            <a:ext cx="32340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grpSp>
        <p:nvGrpSpPr>
          <p:cNvPr id="2344" name="Google Shape;2344;g3f173680aaf_49_6880"/>
          <p:cNvGrpSpPr/>
          <p:nvPr/>
        </p:nvGrpSpPr>
        <p:grpSpPr>
          <a:xfrm>
            <a:off x="12020" y="3471965"/>
            <a:ext cx="325800" cy="1671646"/>
            <a:chOff x="16026" y="4629289"/>
            <a:chExt cx="434400" cy="2228861"/>
          </a:xfrm>
        </p:grpSpPr>
        <p:sp>
          <p:nvSpPr>
            <p:cNvPr id="2345" name="Google Shape;2345;g3f173680aaf_49_6880"/>
            <p:cNvSpPr/>
            <p:nvPr/>
          </p:nvSpPr>
          <p:spPr>
            <a:xfrm>
              <a:off x="16026" y="4629289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6" name="Google Shape;2346;g3f173680aaf_49_6880"/>
            <p:cNvSpPr/>
            <p:nvPr/>
          </p:nvSpPr>
          <p:spPr>
            <a:xfrm>
              <a:off x="16026" y="5005641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7" name="Google Shape;2347;g3f173680aaf_49_6880"/>
            <p:cNvSpPr/>
            <p:nvPr/>
          </p:nvSpPr>
          <p:spPr>
            <a:xfrm>
              <a:off x="16026" y="5381993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8" name="Google Shape;2348;g3f173680aaf_49_6880"/>
            <p:cNvSpPr/>
            <p:nvPr/>
          </p:nvSpPr>
          <p:spPr>
            <a:xfrm>
              <a:off x="16026" y="5758345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9" name="Google Shape;2349;g3f173680aaf_49_6880"/>
            <p:cNvSpPr/>
            <p:nvPr/>
          </p:nvSpPr>
          <p:spPr>
            <a:xfrm>
              <a:off x="16026" y="6134697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0" name="Google Shape;2350;g3f173680aaf_49_6880"/>
            <p:cNvSpPr/>
            <p:nvPr/>
          </p:nvSpPr>
          <p:spPr>
            <a:xfrm>
              <a:off x="16026" y="6511050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51" name="Google Shape;2351;g3f173680aaf_49_6880"/>
          <p:cNvSpPr txBox="1">
            <a:spLocks noGrp="1"/>
          </p:cNvSpPr>
          <p:nvPr>
            <p:ph type="dt" idx="10"/>
          </p:nvPr>
        </p:nvSpPr>
        <p:spPr>
          <a:xfrm>
            <a:off x="4835585" y="4856715"/>
            <a:ext cx="15675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52" name="Google Shape;2352;g3f173680aaf_49_6880"/>
          <p:cNvSpPr/>
          <p:nvPr/>
        </p:nvSpPr>
        <p:spPr>
          <a:xfrm>
            <a:off x="8692153" y="79409"/>
            <a:ext cx="366980" cy="303866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3" name="Google Shape;2353;g3f173680aaf_49_6880"/>
          <p:cNvSpPr/>
          <p:nvPr/>
        </p:nvSpPr>
        <p:spPr>
          <a:xfrm>
            <a:off x="69722" y="4907206"/>
            <a:ext cx="210300" cy="2103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4" name="Google Shape;2354;g3f173680aaf_49_6880"/>
          <p:cNvSpPr txBox="1">
            <a:spLocks noGrp="1"/>
          </p:cNvSpPr>
          <p:nvPr>
            <p:ph type="sldNum" idx="12"/>
          </p:nvPr>
        </p:nvSpPr>
        <p:spPr>
          <a:xfrm>
            <a:off x="43785" y="4881269"/>
            <a:ext cx="2622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355" name="Google Shape;2355;g3f173680aaf_49_6880"/>
          <p:cNvGrpSpPr/>
          <p:nvPr/>
        </p:nvGrpSpPr>
        <p:grpSpPr>
          <a:xfrm rot="10800000">
            <a:off x="6949022" y="3934533"/>
            <a:ext cx="2152257" cy="1172534"/>
            <a:chOff x="44974" y="27296"/>
            <a:chExt cx="2869676" cy="1563379"/>
          </a:xfrm>
        </p:grpSpPr>
        <p:cxnSp>
          <p:nvCxnSpPr>
            <p:cNvPr id="2356" name="Google Shape;2356;g3f173680aaf_49_6880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2357" name="Google Shape;2357;g3f173680aaf_49_6880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2358" name="Google Shape;2358;g3f173680aaf_49_6880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2359" name="Google Shape;2359;g3f173680aaf_49_6880"/>
          <p:cNvSpPr>
            <a:spLocks noGrp="1"/>
          </p:cNvSpPr>
          <p:nvPr>
            <p:ph type="pic" idx="2"/>
          </p:nvPr>
        </p:nvSpPr>
        <p:spPr>
          <a:xfrm>
            <a:off x="3870280" y="151507"/>
            <a:ext cx="4677900" cy="4482600"/>
          </a:xfrm>
          <a:prstGeom prst="roundRect">
            <a:avLst>
              <a:gd name="adj" fmla="val 574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g trong 1">
  <p:cSld name="Trang trong 1">
    <p:spTree>
      <p:nvGrpSpPr>
        <p:cNvPr id="1" name="Shape 2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1" name="Google Shape;2361;g3f173680aaf_49_6907"/>
          <p:cNvSpPr/>
          <p:nvPr/>
        </p:nvSpPr>
        <p:spPr>
          <a:xfrm>
            <a:off x="8607287" y="4680817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62" name="Google Shape;2362;g3f173680aaf_49_6907"/>
          <p:cNvGrpSpPr/>
          <p:nvPr/>
        </p:nvGrpSpPr>
        <p:grpSpPr>
          <a:xfrm rot="10800000">
            <a:off x="6947777" y="4447903"/>
            <a:ext cx="2152257" cy="664889"/>
            <a:chOff x="44974" y="27296"/>
            <a:chExt cx="2869676" cy="886519"/>
          </a:xfrm>
        </p:grpSpPr>
        <p:cxnSp>
          <p:nvCxnSpPr>
            <p:cNvPr id="2363" name="Google Shape;2363;g3f173680aaf_49_6907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64" name="Google Shape;2364;g3f173680aaf_49_6907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65" name="Google Shape;2365;g3f173680aaf_49_6907"/>
            <p:cNvCxnSpPr/>
            <p:nvPr/>
          </p:nvCxnSpPr>
          <p:spPr>
            <a:xfrm rot="10800000">
              <a:off x="52214" y="654015"/>
              <a:ext cx="0" cy="25980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366" name="Google Shape;2366;g3f173680aaf_49_6907"/>
          <p:cNvSpPr/>
          <p:nvPr/>
        </p:nvSpPr>
        <p:spPr>
          <a:xfrm>
            <a:off x="16639" y="4937355"/>
            <a:ext cx="175500" cy="175500"/>
          </a:xfrm>
          <a:prstGeom prst="ellipse">
            <a:avLst/>
          </a:prstGeom>
          <a:gradFill>
            <a:gsLst>
              <a:gs pos="0">
                <a:srgbClr val="0072FF"/>
              </a:gs>
              <a:gs pos="99000">
                <a:srgbClr val="00C6FF"/>
              </a:gs>
              <a:gs pos="100000">
                <a:srgbClr val="00C6FF"/>
              </a:gs>
            </a:gsLst>
            <a:lin ang="2700006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7" name="Google Shape;2367;g3f173680aaf_49_6907"/>
          <p:cNvSpPr txBox="1">
            <a:spLocks noGrp="1"/>
          </p:cNvSpPr>
          <p:nvPr>
            <p:ph type="sldNum" idx="12"/>
          </p:nvPr>
        </p:nvSpPr>
        <p:spPr>
          <a:xfrm>
            <a:off x="-1504" y="4924800"/>
            <a:ext cx="218700" cy="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68" name="Google Shape;2368;g3f173680aaf_49_6907"/>
          <p:cNvSpPr/>
          <p:nvPr/>
        </p:nvSpPr>
        <p:spPr>
          <a:xfrm rot="10800000">
            <a:off x="13" y="83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69" name="Google Shape;2369;g3f173680aaf_49_6907"/>
          <p:cNvGrpSpPr/>
          <p:nvPr/>
        </p:nvGrpSpPr>
        <p:grpSpPr>
          <a:xfrm>
            <a:off x="43967" y="30708"/>
            <a:ext cx="2152257" cy="664889"/>
            <a:chOff x="44974" y="27296"/>
            <a:chExt cx="2869676" cy="886519"/>
          </a:xfrm>
        </p:grpSpPr>
        <p:cxnSp>
          <p:nvCxnSpPr>
            <p:cNvPr id="2370" name="Google Shape;2370;g3f173680aaf_49_6907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2371" name="Google Shape;2371;g3f173680aaf_49_6907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2372" name="Google Shape;2372;g3f173680aaf_49_6907"/>
            <p:cNvCxnSpPr/>
            <p:nvPr/>
          </p:nvCxnSpPr>
          <p:spPr>
            <a:xfrm rot="10800000">
              <a:off x="52214" y="654015"/>
              <a:ext cx="0" cy="2598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2373" name="Google Shape;2373;g3f173680aaf_49_6907"/>
          <p:cNvSpPr/>
          <p:nvPr/>
        </p:nvSpPr>
        <p:spPr>
          <a:xfrm>
            <a:off x="8692153" y="79409"/>
            <a:ext cx="366980" cy="303866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4" name="Google Shape;2374;g3f173680aaf_49_6907"/>
          <p:cNvSpPr txBox="1">
            <a:spLocks noGrp="1"/>
          </p:cNvSpPr>
          <p:nvPr>
            <p:ph type="ftr" idx="11"/>
          </p:nvPr>
        </p:nvSpPr>
        <p:spPr>
          <a:xfrm>
            <a:off x="580610" y="4856715"/>
            <a:ext cx="32340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75" name="Google Shape;2375;g3f173680aaf_49_6907"/>
          <p:cNvSpPr txBox="1">
            <a:spLocks noGrp="1"/>
          </p:cNvSpPr>
          <p:nvPr>
            <p:ph type="dt" idx="10"/>
          </p:nvPr>
        </p:nvSpPr>
        <p:spPr>
          <a:xfrm>
            <a:off x="4835585" y="4856715"/>
            <a:ext cx="15675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g trong 2">
  <p:cSld name="Trang trong 2">
    <p:spTree>
      <p:nvGrpSpPr>
        <p:cNvPr id="1" name="Shape 2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7" name="Google Shape;2377;g3f173680aaf_49_6923"/>
          <p:cNvSpPr/>
          <p:nvPr/>
        </p:nvSpPr>
        <p:spPr>
          <a:xfrm>
            <a:off x="16639" y="4937355"/>
            <a:ext cx="175500" cy="175500"/>
          </a:xfrm>
          <a:prstGeom prst="ellipse">
            <a:avLst/>
          </a:prstGeom>
          <a:gradFill>
            <a:gsLst>
              <a:gs pos="0">
                <a:srgbClr val="0072FF"/>
              </a:gs>
              <a:gs pos="99000">
                <a:srgbClr val="00C6FF"/>
              </a:gs>
              <a:gs pos="100000">
                <a:srgbClr val="00C6FF"/>
              </a:gs>
            </a:gsLst>
            <a:lin ang="2700006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8" name="Google Shape;2378;g3f173680aaf_49_6923"/>
          <p:cNvSpPr txBox="1">
            <a:spLocks noGrp="1"/>
          </p:cNvSpPr>
          <p:nvPr>
            <p:ph type="sldNum" idx="12"/>
          </p:nvPr>
        </p:nvSpPr>
        <p:spPr>
          <a:xfrm>
            <a:off x="-1504" y="4924800"/>
            <a:ext cx="218700" cy="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êu đề">
  <p:cSld name="1_Tiêu đề">
    <p:spTree>
      <p:nvGrpSpPr>
        <p:cNvPr id="1" name="Shape 2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0" name="Google Shape;2380;g3f173680aaf_49_6926"/>
          <p:cNvSpPr txBox="1">
            <a:spLocks noGrp="1"/>
          </p:cNvSpPr>
          <p:nvPr>
            <p:ph type="ftr" idx="11"/>
          </p:nvPr>
        </p:nvSpPr>
        <p:spPr>
          <a:xfrm>
            <a:off x="1765260" y="4860472"/>
            <a:ext cx="3216300" cy="1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81" name="Google Shape;2381;g3f173680aaf_49_6926"/>
          <p:cNvSpPr/>
          <p:nvPr/>
        </p:nvSpPr>
        <p:spPr>
          <a:xfrm rot="10800000">
            <a:off x="-1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12192000" y="304800"/>
                </a:moveTo>
                <a:lnTo>
                  <a:pt x="9909279" y="304800"/>
                </a:lnTo>
                <a:lnTo>
                  <a:pt x="9732789" y="152400"/>
                </a:lnTo>
                <a:lnTo>
                  <a:pt x="5617499" y="152400"/>
                </a:lnTo>
                <a:lnTo>
                  <a:pt x="5441009" y="0"/>
                </a:lnTo>
                <a:lnTo>
                  <a:pt x="12192000" y="0"/>
                </a:lnTo>
                <a:close/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1999" y="6858000"/>
                </a:moveTo>
                <a:lnTo>
                  <a:pt x="11476382" y="6858000"/>
                </a:lnTo>
                <a:lnTo>
                  <a:pt x="12191999" y="6241089"/>
                </a:lnTo>
                <a:close/>
                <a:moveTo>
                  <a:pt x="6750991" y="6858000"/>
                </a:moveTo>
                <a:lnTo>
                  <a:pt x="0" y="6858000"/>
                </a:lnTo>
                <a:lnTo>
                  <a:pt x="0" y="6553200"/>
                </a:lnTo>
                <a:lnTo>
                  <a:pt x="2282721" y="6553200"/>
                </a:lnTo>
                <a:lnTo>
                  <a:pt x="2459211" y="6705600"/>
                </a:lnTo>
                <a:lnTo>
                  <a:pt x="6574500" y="670560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2" name="Google Shape;2382;g3f173680aaf_49_6926"/>
          <p:cNvSpPr/>
          <p:nvPr/>
        </p:nvSpPr>
        <p:spPr>
          <a:xfrm rot="10800000">
            <a:off x="13" y="83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83" name="Google Shape;2383;g3f173680aaf_49_6926"/>
          <p:cNvGrpSpPr/>
          <p:nvPr/>
        </p:nvGrpSpPr>
        <p:grpSpPr>
          <a:xfrm>
            <a:off x="43967" y="30708"/>
            <a:ext cx="2152257" cy="1172534"/>
            <a:chOff x="44974" y="27296"/>
            <a:chExt cx="2869676" cy="1563379"/>
          </a:xfrm>
        </p:grpSpPr>
        <p:cxnSp>
          <p:nvCxnSpPr>
            <p:cNvPr id="2384" name="Google Shape;2384;g3f173680aaf_49_6926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2385" name="Google Shape;2385;g3f173680aaf_49_6926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2386" name="Google Shape;2386;g3f173680aaf_49_6926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2387" name="Google Shape;2387;g3f173680aaf_49_6926"/>
          <p:cNvSpPr/>
          <p:nvPr/>
        </p:nvSpPr>
        <p:spPr>
          <a:xfrm>
            <a:off x="8607287" y="4680817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88" name="Google Shape;2388;g3f173680aaf_49_6926"/>
          <p:cNvGrpSpPr/>
          <p:nvPr/>
        </p:nvGrpSpPr>
        <p:grpSpPr>
          <a:xfrm rot="10800000">
            <a:off x="6947777" y="3940258"/>
            <a:ext cx="2152257" cy="1172534"/>
            <a:chOff x="44974" y="27296"/>
            <a:chExt cx="2869676" cy="1563379"/>
          </a:xfrm>
        </p:grpSpPr>
        <p:cxnSp>
          <p:nvCxnSpPr>
            <p:cNvPr id="2389" name="Google Shape;2389;g3f173680aaf_49_6926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90" name="Google Shape;2390;g3f173680aaf_49_6926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91" name="Google Shape;2391;g3f173680aaf_49_6926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rnd" cmpd="sng">
              <a:solidFill>
                <a:srgbClr val="00C6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392" name="Google Shape;2392;g3f173680aaf_49_6926"/>
          <p:cNvSpPr/>
          <p:nvPr/>
        </p:nvSpPr>
        <p:spPr>
          <a:xfrm flipH="1">
            <a:off x="4080757" y="0"/>
            <a:ext cx="5063243" cy="228600"/>
          </a:xfrm>
          <a:custGeom>
            <a:avLst/>
            <a:gdLst/>
            <a:ahLst/>
            <a:cxnLst/>
            <a:rect l="l" t="t" r="r" b="b"/>
            <a:pathLst>
              <a:path w="6750991" h="304800" extrusionOk="0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3" name="Google Shape;2393;g3f173680aaf_49_6926"/>
          <p:cNvSpPr/>
          <p:nvPr/>
        </p:nvSpPr>
        <p:spPr>
          <a:xfrm rot="10800000" flipH="1">
            <a:off x="0" y="4914900"/>
            <a:ext cx="5063243" cy="228600"/>
          </a:xfrm>
          <a:custGeom>
            <a:avLst/>
            <a:gdLst/>
            <a:ahLst/>
            <a:cxnLst/>
            <a:rect l="l" t="t" r="r" b="b"/>
            <a:pathLst>
              <a:path w="6750991" h="304800" extrusionOk="0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98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94" name="Google Shape;2394;g3f173680aaf_49_6926" descr="A picture containing clipart, vector graphic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9479" y="271978"/>
            <a:ext cx="408216" cy="337660"/>
          </a:xfrm>
          <a:prstGeom prst="rect">
            <a:avLst/>
          </a:prstGeom>
          <a:noFill/>
          <a:ln>
            <a:noFill/>
          </a:ln>
        </p:spPr>
      </p:pic>
      <p:sp>
        <p:nvSpPr>
          <p:cNvPr id="2395" name="Google Shape;2395;g3f173680aaf_49_6926"/>
          <p:cNvSpPr txBox="1"/>
          <p:nvPr/>
        </p:nvSpPr>
        <p:spPr>
          <a:xfrm>
            <a:off x="717695" y="244600"/>
            <a:ext cx="29976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rPr>
              <a:t>ĐẠI HỌC QUỐC GIA TP. HỒ CHÍ MINH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000046"/>
                </a:solidFill>
                <a:latin typeface="Arial"/>
                <a:ea typeface="Arial"/>
                <a:cs typeface="Arial"/>
                <a:sym typeface="Arial"/>
              </a:rPr>
              <a:t>TRƯỜNG ĐẠI HỌC CÔNG NGHỆ THÔNG TIN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6" name="Google Shape;2396;g3f173680aaf_49_6926"/>
          <p:cNvSpPr/>
          <p:nvPr/>
        </p:nvSpPr>
        <p:spPr>
          <a:xfrm>
            <a:off x="8943443" y="4937355"/>
            <a:ext cx="175500" cy="175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7" name="Google Shape;2397;g3f173680aaf_49_6926"/>
          <p:cNvSpPr txBox="1">
            <a:spLocks noGrp="1"/>
          </p:cNvSpPr>
          <p:nvPr>
            <p:ph type="sldNum" idx="12"/>
          </p:nvPr>
        </p:nvSpPr>
        <p:spPr>
          <a:xfrm>
            <a:off x="8920769" y="4924801"/>
            <a:ext cx="218700" cy="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98" name="Google Shape;2398;g3f173680aaf_49_6926"/>
          <p:cNvSpPr txBox="1">
            <a:spLocks noGrp="1"/>
          </p:cNvSpPr>
          <p:nvPr>
            <p:ph type="body" idx="1"/>
          </p:nvPr>
        </p:nvSpPr>
        <p:spPr>
          <a:xfrm>
            <a:off x="1388105" y="1656119"/>
            <a:ext cx="6367800" cy="5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300"/>
              <a:buNone/>
              <a:defRPr sz="33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399" name="Google Shape;2399;g3f173680aaf_49_6926"/>
          <p:cNvSpPr txBox="1">
            <a:spLocks noGrp="1"/>
          </p:cNvSpPr>
          <p:nvPr>
            <p:ph type="body" idx="2"/>
          </p:nvPr>
        </p:nvSpPr>
        <p:spPr>
          <a:xfrm>
            <a:off x="657743" y="2279591"/>
            <a:ext cx="7828500" cy="3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46"/>
              </a:buClr>
              <a:buSzPts val="1500"/>
              <a:buNone/>
              <a:defRPr sz="1500" b="1">
                <a:solidFill>
                  <a:srgbClr val="00004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400" name="Google Shape;2400;g3f173680aaf_49_6926"/>
          <p:cNvSpPr txBox="1">
            <a:spLocks noGrp="1"/>
          </p:cNvSpPr>
          <p:nvPr>
            <p:ph type="body" idx="3"/>
          </p:nvPr>
        </p:nvSpPr>
        <p:spPr>
          <a:xfrm>
            <a:off x="3510728" y="3722286"/>
            <a:ext cx="2122800" cy="258900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lin ang="2700006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 b="1" i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401" name="Google Shape;2401;g3f173680aaf_49_6926"/>
          <p:cNvSpPr txBox="1">
            <a:spLocks noGrp="1"/>
          </p:cNvSpPr>
          <p:nvPr>
            <p:ph type="body" idx="4"/>
          </p:nvPr>
        </p:nvSpPr>
        <p:spPr>
          <a:xfrm>
            <a:off x="1388105" y="2723108"/>
            <a:ext cx="6367800" cy="4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900"/>
              <a:buNone/>
              <a:defRPr sz="900">
                <a:solidFill>
                  <a:srgbClr val="BFBFB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402" name="Google Shape;2402;g3f173680aaf_49_6926"/>
          <p:cNvSpPr txBox="1">
            <a:spLocks noGrp="1"/>
          </p:cNvSpPr>
          <p:nvPr>
            <p:ph type="dt" idx="10"/>
          </p:nvPr>
        </p:nvSpPr>
        <p:spPr>
          <a:xfrm>
            <a:off x="5075855" y="4857749"/>
            <a:ext cx="1872000" cy="1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i dung">
  <p:cSld name="Noi dung (g3ea087b8d5c_47_0)">
    <p:spTree>
      <p:nvGrpSpPr>
        <p:cNvPr id="1" name="Shape 2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4" name="Google Shape;2404;g3f173680aaf_49_6950"/>
          <p:cNvSpPr txBox="1">
            <a:spLocks noGrp="1"/>
          </p:cNvSpPr>
          <p:nvPr>
            <p:ph type="title"/>
          </p:nvPr>
        </p:nvSpPr>
        <p:spPr>
          <a:xfrm>
            <a:off x="580609" y="167973"/>
            <a:ext cx="7935000" cy="5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72FF"/>
              </a:buClr>
              <a:buSzPts val="3300"/>
              <a:buFont typeface="Times New Roman"/>
              <a:buNone/>
              <a:defRPr sz="33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05" name="Google Shape;2405;g3f173680aaf_49_6950"/>
          <p:cNvSpPr txBox="1">
            <a:spLocks noGrp="1"/>
          </p:cNvSpPr>
          <p:nvPr>
            <p:ph type="body" idx="1"/>
          </p:nvPr>
        </p:nvSpPr>
        <p:spPr>
          <a:xfrm>
            <a:off x="580609" y="925368"/>
            <a:ext cx="7935000" cy="3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406" name="Google Shape;2406;g3f173680aaf_49_6950"/>
          <p:cNvSpPr txBox="1">
            <a:spLocks noGrp="1"/>
          </p:cNvSpPr>
          <p:nvPr>
            <p:ph type="ftr" idx="11"/>
          </p:nvPr>
        </p:nvSpPr>
        <p:spPr>
          <a:xfrm>
            <a:off x="580610" y="4856715"/>
            <a:ext cx="32340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07" name="Google Shape;2407;g3f173680aaf_49_6950"/>
          <p:cNvSpPr txBox="1">
            <a:spLocks noGrp="1"/>
          </p:cNvSpPr>
          <p:nvPr>
            <p:ph type="dt" idx="10"/>
          </p:nvPr>
        </p:nvSpPr>
        <p:spPr>
          <a:xfrm>
            <a:off x="4835585" y="4856715"/>
            <a:ext cx="15675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08" name="Google Shape;2408;g3f173680aaf_49_6950"/>
          <p:cNvSpPr txBox="1">
            <a:spLocks noGrp="1"/>
          </p:cNvSpPr>
          <p:nvPr>
            <p:ph type="sldNum" idx="12"/>
          </p:nvPr>
        </p:nvSpPr>
        <p:spPr>
          <a:xfrm>
            <a:off x="43785" y="4881269"/>
            <a:ext cx="2622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i dung 1">
  <p:cSld name="Noi dung (g3ea087b8d5c_40_0)">
    <p:spTree>
      <p:nvGrpSpPr>
        <p:cNvPr id="1" name="Shape 2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0" name="Google Shape;2410;g3f173680aaf_49_6956"/>
          <p:cNvSpPr txBox="1">
            <a:spLocks noGrp="1"/>
          </p:cNvSpPr>
          <p:nvPr>
            <p:ph type="title"/>
          </p:nvPr>
        </p:nvSpPr>
        <p:spPr>
          <a:xfrm>
            <a:off x="580609" y="167973"/>
            <a:ext cx="7935000" cy="5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72FF"/>
              </a:buClr>
              <a:buSzPts val="3300"/>
              <a:buFont typeface="Times New Roman"/>
              <a:buNone/>
              <a:defRPr sz="33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11" name="Google Shape;2411;g3f173680aaf_49_6956"/>
          <p:cNvSpPr txBox="1">
            <a:spLocks noGrp="1"/>
          </p:cNvSpPr>
          <p:nvPr>
            <p:ph type="body" idx="1"/>
          </p:nvPr>
        </p:nvSpPr>
        <p:spPr>
          <a:xfrm>
            <a:off x="580609" y="925368"/>
            <a:ext cx="7935000" cy="3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412" name="Google Shape;2412;g3f173680aaf_49_6956"/>
          <p:cNvSpPr txBox="1">
            <a:spLocks noGrp="1"/>
          </p:cNvSpPr>
          <p:nvPr>
            <p:ph type="ftr" idx="11"/>
          </p:nvPr>
        </p:nvSpPr>
        <p:spPr>
          <a:xfrm>
            <a:off x="580610" y="4856715"/>
            <a:ext cx="32340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13" name="Google Shape;2413;g3f173680aaf_49_6956"/>
          <p:cNvSpPr txBox="1">
            <a:spLocks noGrp="1"/>
          </p:cNvSpPr>
          <p:nvPr>
            <p:ph type="dt" idx="10"/>
          </p:nvPr>
        </p:nvSpPr>
        <p:spPr>
          <a:xfrm>
            <a:off x="4835585" y="4856715"/>
            <a:ext cx="15675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14" name="Google Shape;2414;g3f173680aaf_49_6956"/>
          <p:cNvSpPr txBox="1">
            <a:spLocks noGrp="1"/>
          </p:cNvSpPr>
          <p:nvPr>
            <p:ph type="sldNum" idx="12"/>
          </p:nvPr>
        </p:nvSpPr>
        <p:spPr>
          <a:xfrm>
            <a:off x="43785" y="4881269"/>
            <a:ext cx="2622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i dung 1 1">
  <p:cSld name="Noi dung (g3ea087b8d5c_33_0)">
    <p:spTree>
      <p:nvGrpSpPr>
        <p:cNvPr id="1" name="Shape 2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" name="Google Shape;2416;g3f173680aaf_49_6962"/>
          <p:cNvSpPr txBox="1">
            <a:spLocks noGrp="1"/>
          </p:cNvSpPr>
          <p:nvPr>
            <p:ph type="title"/>
          </p:nvPr>
        </p:nvSpPr>
        <p:spPr>
          <a:xfrm>
            <a:off x="580609" y="167973"/>
            <a:ext cx="7935000" cy="5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72FF"/>
              </a:buClr>
              <a:buSzPts val="3300"/>
              <a:buFont typeface="Times New Roman"/>
              <a:buNone/>
              <a:defRPr sz="33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17" name="Google Shape;2417;g3f173680aaf_49_6962"/>
          <p:cNvSpPr txBox="1">
            <a:spLocks noGrp="1"/>
          </p:cNvSpPr>
          <p:nvPr>
            <p:ph type="body" idx="1"/>
          </p:nvPr>
        </p:nvSpPr>
        <p:spPr>
          <a:xfrm>
            <a:off x="580609" y="925368"/>
            <a:ext cx="7935000" cy="3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418" name="Google Shape;2418;g3f173680aaf_49_6962"/>
          <p:cNvSpPr txBox="1">
            <a:spLocks noGrp="1"/>
          </p:cNvSpPr>
          <p:nvPr>
            <p:ph type="ftr" idx="11"/>
          </p:nvPr>
        </p:nvSpPr>
        <p:spPr>
          <a:xfrm>
            <a:off x="580610" y="4856715"/>
            <a:ext cx="32340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19" name="Google Shape;2419;g3f173680aaf_49_6962"/>
          <p:cNvSpPr txBox="1">
            <a:spLocks noGrp="1"/>
          </p:cNvSpPr>
          <p:nvPr>
            <p:ph type="dt" idx="10"/>
          </p:nvPr>
        </p:nvSpPr>
        <p:spPr>
          <a:xfrm>
            <a:off x="4835585" y="4856715"/>
            <a:ext cx="15675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20" name="Google Shape;2420;g3f173680aaf_49_6962"/>
          <p:cNvSpPr txBox="1">
            <a:spLocks noGrp="1"/>
          </p:cNvSpPr>
          <p:nvPr>
            <p:ph type="sldNum" idx="12"/>
          </p:nvPr>
        </p:nvSpPr>
        <p:spPr>
          <a:xfrm>
            <a:off x="43785" y="4881269"/>
            <a:ext cx="2622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i dung 1 1 1">
  <p:cSld name="Noi dung (g3ea087b8d5c_26_0)">
    <p:spTree>
      <p:nvGrpSpPr>
        <p:cNvPr id="1" name="Shape 2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2" name="Google Shape;2422;g3f173680aaf_49_6968"/>
          <p:cNvSpPr txBox="1">
            <a:spLocks noGrp="1"/>
          </p:cNvSpPr>
          <p:nvPr>
            <p:ph type="title"/>
          </p:nvPr>
        </p:nvSpPr>
        <p:spPr>
          <a:xfrm>
            <a:off x="580609" y="167973"/>
            <a:ext cx="7935000" cy="5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72FF"/>
              </a:buClr>
              <a:buSzPts val="3300"/>
              <a:buFont typeface="Times New Roman"/>
              <a:buNone/>
              <a:defRPr sz="33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23" name="Google Shape;2423;g3f173680aaf_49_6968"/>
          <p:cNvSpPr txBox="1">
            <a:spLocks noGrp="1"/>
          </p:cNvSpPr>
          <p:nvPr>
            <p:ph type="body" idx="1"/>
          </p:nvPr>
        </p:nvSpPr>
        <p:spPr>
          <a:xfrm>
            <a:off x="580609" y="925368"/>
            <a:ext cx="7935000" cy="3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424" name="Google Shape;2424;g3f173680aaf_49_6968"/>
          <p:cNvSpPr txBox="1">
            <a:spLocks noGrp="1"/>
          </p:cNvSpPr>
          <p:nvPr>
            <p:ph type="ftr" idx="11"/>
          </p:nvPr>
        </p:nvSpPr>
        <p:spPr>
          <a:xfrm>
            <a:off x="580610" y="4856715"/>
            <a:ext cx="32340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25" name="Google Shape;2425;g3f173680aaf_49_6968"/>
          <p:cNvSpPr txBox="1">
            <a:spLocks noGrp="1"/>
          </p:cNvSpPr>
          <p:nvPr>
            <p:ph type="dt" idx="10"/>
          </p:nvPr>
        </p:nvSpPr>
        <p:spPr>
          <a:xfrm>
            <a:off x="4835585" y="4856715"/>
            <a:ext cx="15675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26" name="Google Shape;2426;g3f173680aaf_49_6968"/>
          <p:cNvSpPr txBox="1">
            <a:spLocks noGrp="1"/>
          </p:cNvSpPr>
          <p:nvPr>
            <p:ph type="sldNum" idx="12"/>
          </p:nvPr>
        </p:nvSpPr>
        <p:spPr>
          <a:xfrm>
            <a:off x="43785" y="4881269"/>
            <a:ext cx="2622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i dung 1 1 1 1">
  <p:cSld name="Noi dung (g3ea087b8d5c_18_0)">
    <p:spTree>
      <p:nvGrpSpPr>
        <p:cNvPr id="1" name="Shape 2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8" name="Google Shape;2428;g3f173680aaf_49_6974"/>
          <p:cNvSpPr txBox="1">
            <a:spLocks noGrp="1"/>
          </p:cNvSpPr>
          <p:nvPr>
            <p:ph type="title"/>
          </p:nvPr>
        </p:nvSpPr>
        <p:spPr>
          <a:xfrm>
            <a:off x="580609" y="167973"/>
            <a:ext cx="7935000" cy="5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72FF"/>
              </a:buClr>
              <a:buSzPts val="3300"/>
              <a:buFont typeface="Times New Roman"/>
              <a:buNone/>
              <a:defRPr sz="33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29" name="Google Shape;2429;g3f173680aaf_49_6974"/>
          <p:cNvSpPr txBox="1">
            <a:spLocks noGrp="1"/>
          </p:cNvSpPr>
          <p:nvPr>
            <p:ph type="body" idx="1"/>
          </p:nvPr>
        </p:nvSpPr>
        <p:spPr>
          <a:xfrm>
            <a:off x="580609" y="925368"/>
            <a:ext cx="7935000" cy="3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430" name="Google Shape;2430;g3f173680aaf_49_6974"/>
          <p:cNvSpPr txBox="1">
            <a:spLocks noGrp="1"/>
          </p:cNvSpPr>
          <p:nvPr>
            <p:ph type="ftr" idx="11"/>
          </p:nvPr>
        </p:nvSpPr>
        <p:spPr>
          <a:xfrm>
            <a:off x="580610" y="4856715"/>
            <a:ext cx="32340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31" name="Google Shape;2431;g3f173680aaf_49_6974"/>
          <p:cNvSpPr txBox="1">
            <a:spLocks noGrp="1"/>
          </p:cNvSpPr>
          <p:nvPr>
            <p:ph type="dt" idx="10"/>
          </p:nvPr>
        </p:nvSpPr>
        <p:spPr>
          <a:xfrm>
            <a:off x="4835585" y="4856715"/>
            <a:ext cx="15675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32" name="Google Shape;2432;g3f173680aaf_49_6974"/>
          <p:cNvSpPr txBox="1">
            <a:spLocks noGrp="1"/>
          </p:cNvSpPr>
          <p:nvPr>
            <p:ph type="sldNum" idx="12"/>
          </p:nvPr>
        </p:nvSpPr>
        <p:spPr>
          <a:xfrm>
            <a:off x="43785" y="4881269"/>
            <a:ext cx="2622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 sanh 1">
  <p:cSld name="So sanh 1 (g3f173680aaf_82_0)">
    <p:spTree>
      <p:nvGrpSpPr>
        <p:cNvPr id="1" name="Shape 2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4" name="Google Shape;2434;g3f173680aaf_49_6980"/>
          <p:cNvSpPr txBox="1">
            <a:spLocks noGrp="1"/>
          </p:cNvSpPr>
          <p:nvPr>
            <p:ph type="body" idx="1"/>
          </p:nvPr>
        </p:nvSpPr>
        <p:spPr>
          <a:xfrm>
            <a:off x="580608" y="925369"/>
            <a:ext cx="3901500" cy="3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435" name="Google Shape;2435;g3f173680aaf_49_6980"/>
          <p:cNvSpPr txBox="1">
            <a:spLocks noGrp="1"/>
          </p:cNvSpPr>
          <p:nvPr>
            <p:ph type="ftr" idx="11"/>
          </p:nvPr>
        </p:nvSpPr>
        <p:spPr>
          <a:xfrm>
            <a:off x="580610" y="4856715"/>
            <a:ext cx="32340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36" name="Google Shape;2436;g3f173680aaf_49_6980"/>
          <p:cNvSpPr txBox="1">
            <a:spLocks noGrp="1"/>
          </p:cNvSpPr>
          <p:nvPr>
            <p:ph type="dt" idx="10"/>
          </p:nvPr>
        </p:nvSpPr>
        <p:spPr>
          <a:xfrm>
            <a:off x="4835585" y="4856715"/>
            <a:ext cx="15675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B8C9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37" name="Google Shape;2437;g3f173680aaf_49_6980"/>
          <p:cNvSpPr txBox="1">
            <a:spLocks noGrp="1"/>
          </p:cNvSpPr>
          <p:nvPr>
            <p:ph type="sldNum" idx="12"/>
          </p:nvPr>
        </p:nvSpPr>
        <p:spPr>
          <a:xfrm>
            <a:off x="43785" y="4881269"/>
            <a:ext cx="2622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38" name="Google Shape;2438;g3f173680aaf_49_6980"/>
          <p:cNvSpPr txBox="1">
            <a:spLocks noGrp="1"/>
          </p:cNvSpPr>
          <p:nvPr>
            <p:ph type="body" idx="2"/>
          </p:nvPr>
        </p:nvSpPr>
        <p:spPr>
          <a:xfrm>
            <a:off x="4613850" y="921367"/>
            <a:ext cx="3901500" cy="3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just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439" name="Google Shape;2439;g3f173680aaf_49_6980"/>
          <p:cNvSpPr txBox="1">
            <a:spLocks noGrp="1"/>
          </p:cNvSpPr>
          <p:nvPr>
            <p:ph type="title"/>
          </p:nvPr>
        </p:nvSpPr>
        <p:spPr>
          <a:xfrm>
            <a:off x="580609" y="167973"/>
            <a:ext cx="7935000" cy="5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72FF"/>
              </a:buClr>
              <a:buSzPts val="3300"/>
              <a:buFont typeface="Times New Roman"/>
              <a:buNone/>
              <a:defRPr sz="33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3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32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22.xml"/><Relationship Id="rId16" Type="http://schemas.openxmlformats.org/officeDocument/2006/relationships/slideLayout" Target="../slideLayouts/slideLayout36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9.xml"/><Relationship Id="rId18" Type="http://schemas.openxmlformats.org/officeDocument/2006/relationships/slideLayout" Target="../slideLayouts/slideLayout54.xml"/><Relationship Id="rId3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57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17" Type="http://schemas.openxmlformats.org/officeDocument/2006/relationships/slideLayout" Target="../slideLayouts/slideLayout53.xml"/><Relationship Id="rId2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52.xml"/><Relationship Id="rId20" Type="http://schemas.openxmlformats.org/officeDocument/2006/relationships/slideLayout" Target="../slideLayouts/slideLayout56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slideLayout" Target="../slideLayouts/slideLayout51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46.xml"/><Relationship Id="rId19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50.xml"/><Relationship Id="rId22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13" Type="http://schemas.openxmlformats.org/officeDocument/2006/relationships/slideLayout" Target="../slideLayouts/slideLayout70.xml"/><Relationship Id="rId18" Type="http://schemas.openxmlformats.org/officeDocument/2006/relationships/slideLayout" Target="../slideLayouts/slideLayout75.xml"/><Relationship Id="rId3" Type="http://schemas.openxmlformats.org/officeDocument/2006/relationships/slideLayout" Target="../slideLayouts/slideLayout60.xml"/><Relationship Id="rId21" Type="http://schemas.openxmlformats.org/officeDocument/2006/relationships/slideLayout" Target="../slideLayouts/slideLayout78.xml"/><Relationship Id="rId7" Type="http://schemas.openxmlformats.org/officeDocument/2006/relationships/slideLayout" Target="../slideLayouts/slideLayout64.xml"/><Relationship Id="rId12" Type="http://schemas.openxmlformats.org/officeDocument/2006/relationships/slideLayout" Target="../slideLayouts/slideLayout69.xml"/><Relationship Id="rId17" Type="http://schemas.openxmlformats.org/officeDocument/2006/relationships/slideLayout" Target="../slideLayouts/slideLayout74.xml"/><Relationship Id="rId2" Type="http://schemas.openxmlformats.org/officeDocument/2006/relationships/slideLayout" Target="../slideLayouts/slideLayout59.xml"/><Relationship Id="rId16" Type="http://schemas.openxmlformats.org/officeDocument/2006/relationships/slideLayout" Target="../slideLayouts/slideLayout73.xml"/><Relationship Id="rId20" Type="http://schemas.openxmlformats.org/officeDocument/2006/relationships/slideLayout" Target="../slideLayouts/slideLayout77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2.xml"/><Relationship Id="rId15" Type="http://schemas.openxmlformats.org/officeDocument/2006/relationships/slideLayout" Target="../slideLayouts/slideLayout72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67.xml"/><Relationship Id="rId19" Type="http://schemas.openxmlformats.org/officeDocument/2006/relationships/slideLayout" Target="../slideLayouts/slideLayout76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Relationship Id="rId14" Type="http://schemas.openxmlformats.org/officeDocument/2006/relationships/slideLayout" Target="../slideLayouts/slideLayout71.xml"/><Relationship Id="rId22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2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ea087b8d5c_2_1058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3000"/>
              <a:buFont typeface="Times New Roman"/>
              <a:buNone/>
              <a:defRPr sz="3000" b="1" i="0" u="none" strike="noStrike" cap="none">
                <a:solidFill>
                  <a:srgbClr val="0072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g3ea087b8d5c_2_1058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g3ea087b8d5c_2_1058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g3ea087b8d5c_2_1058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g3ea087b8d5c_2_1058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8">
            <a:alphaModFix/>
          </a:blip>
          <a:stretch>
            <a:fillRect/>
          </a:stretch>
        </a:blipFill>
        <a:effectLst/>
      </p:bgPr>
    </p:bg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3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3000"/>
              <a:buFont typeface="Times New Roman"/>
              <a:buNone/>
              <a:defRPr sz="3000" b="1" i="0" u="none" strike="noStrike" cap="none">
                <a:solidFill>
                  <a:srgbClr val="0072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8" name="Google Shape;608;p31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9" name="Google Shape;609;p3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0" name="Google Shape;610;p3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1" name="Google Shape;611;p3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12" name="Google Shape;612;p31"/>
          <p:cNvSpPr txBox="1"/>
          <p:nvPr/>
        </p:nvSpPr>
        <p:spPr>
          <a:xfrm>
            <a:off x="274320" y="4818888"/>
            <a:ext cx="6858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Trường Đại học Công nghệ Thông tin, ĐHQG-HCM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3">
            <a:alphaModFix/>
          </a:blip>
          <a:stretch>
            <a:fillRect/>
          </a:stretch>
        </a:blipFill>
        <a:effectLst/>
      </p:bgPr>
    </p:bg>
    <p:spTree>
      <p:nvGrpSpPr>
        <p:cNvPr id="1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g3f173680aaf_49_445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3000"/>
              <a:buFont typeface="Times New Roman"/>
              <a:buNone/>
              <a:defRPr sz="3000" b="1" i="0" u="none" strike="noStrike" cap="none">
                <a:solidFill>
                  <a:srgbClr val="0072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06" name="Google Shape;1206;g3f173680aaf_49_4451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07" name="Google Shape;1207;g3f173680aaf_49_44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08" name="Google Shape;1208;g3f173680aaf_49_445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09" name="Google Shape;1209;g3f173680aaf_49_445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10" name="Google Shape;1210;g3f173680aaf_49_4451"/>
          <p:cNvSpPr txBox="1"/>
          <p:nvPr/>
        </p:nvSpPr>
        <p:spPr>
          <a:xfrm>
            <a:off x="274320" y="4818888"/>
            <a:ext cx="6858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Trường Đại học Công nghệ Thông tin, ĐHQG-HCM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  <p:sldLayoutId id="2147483705" r:id="rId19"/>
    <p:sldLayoutId id="2147483706" r:id="rId20"/>
    <p:sldLayoutId id="2147483707" r:id="rId2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3">
            <a:alphaModFix/>
          </a:blip>
          <a:stretch>
            <a:fillRect/>
          </a:stretch>
        </a:blipFill>
        <a:effectLst/>
      </p:bgPr>
    </p:bg>
    <p:spTree>
      <p:nvGrpSpPr>
        <p:cNvPr id="1" name="Shape 1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" name="Google Shape;1833;g3f173680aaf_49_637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2FF"/>
              </a:buClr>
              <a:buSzPts val="3000"/>
              <a:buFont typeface="Times New Roman"/>
              <a:buNone/>
              <a:defRPr sz="3000" b="1" i="0" u="none" strike="noStrike" cap="none">
                <a:solidFill>
                  <a:srgbClr val="0072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34" name="Google Shape;1834;g3f173680aaf_49_6379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35" name="Google Shape;1835;g3f173680aaf_49_637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36" name="Google Shape;1836;g3f173680aaf_49_637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37" name="Google Shape;1837;g3f173680aaf_49_637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B8C9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  <p:sldLayoutId id="2147483726" r:id="rId18"/>
    <p:sldLayoutId id="2147483727" r:id="rId19"/>
    <p:sldLayoutId id="2147483728" r:id="rId20"/>
    <p:sldLayoutId id="2147483729" r:id="rId2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1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4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10" Type="http://schemas.openxmlformats.org/officeDocument/2006/relationships/image" Target="../media/image10.svg"/><Relationship Id="rId4" Type="http://schemas.openxmlformats.org/officeDocument/2006/relationships/image" Target="../media/image2.jpg"/><Relationship Id="rId9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5.xml"/><Relationship Id="rId5" Type="http://schemas.openxmlformats.org/officeDocument/2006/relationships/image" Target="../media/image17.png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6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2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3.xml"/><Relationship Id="rId4" Type="http://schemas.openxmlformats.org/officeDocument/2006/relationships/image" Target="../media/image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4" name="Google Shape;2444;p1"/>
          <p:cNvSpPr txBox="1">
            <a:spLocks noGrp="1"/>
          </p:cNvSpPr>
          <p:nvPr>
            <p:ph type="sldNum" idx="12"/>
          </p:nvPr>
        </p:nvSpPr>
        <p:spPr>
          <a:xfrm>
            <a:off x="56698" y="4924800"/>
            <a:ext cx="218700" cy="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2445" name="Google Shape;2445;p1"/>
          <p:cNvSpPr txBox="1">
            <a:spLocks noGrp="1"/>
          </p:cNvSpPr>
          <p:nvPr>
            <p:ph type="body" idx="1"/>
          </p:nvPr>
        </p:nvSpPr>
        <p:spPr>
          <a:xfrm>
            <a:off x="1388100" y="982305"/>
            <a:ext cx="6367800" cy="5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45720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300"/>
              <a:buNone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MÁY HỌC NÂNG CAO</a:t>
            </a:r>
            <a:endParaRPr/>
          </a:p>
        </p:txBody>
      </p:sp>
      <p:sp>
        <p:nvSpPr>
          <p:cNvPr id="2446" name="Google Shape;2446;p1"/>
          <p:cNvSpPr txBox="1">
            <a:spLocks noGrp="1"/>
          </p:cNvSpPr>
          <p:nvPr>
            <p:ph type="body" idx="2"/>
          </p:nvPr>
        </p:nvSpPr>
        <p:spPr>
          <a:xfrm>
            <a:off x="554182" y="1640594"/>
            <a:ext cx="7932063" cy="6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 dirty="0"/>
              <a:t>RAGHUB – Quản lý tri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</a:t>
            </a:r>
            <a:r>
              <a:rPr lang="en-US" dirty="0" err="1"/>
              <a:t>bộ</a:t>
            </a:r>
            <a:endParaRPr b="0" dirty="0"/>
          </a:p>
        </p:txBody>
      </p:sp>
      <p:sp>
        <p:nvSpPr>
          <p:cNvPr id="2447" name="Google Shape;2447;p1"/>
          <p:cNvSpPr txBox="1"/>
          <p:nvPr/>
        </p:nvSpPr>
        <p:spPr>
          <a:xfrm>
            <a:off x="1187204" y="1968794"/>
            <a:ext cx="6367800" cy="21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1371600" marR="0" lvl="0" indent="0" algn="just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 err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Lớp</a:t>
            </a:r>
            <a:r>
              <a:rPr lang="en-US" sz="1100" b="1" i="0" u="none" strike="noStrike" cap="none" dirty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US" sz="1100" b="0" i="0" u="none" strike="noStrike" cap="none" dirty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CS315.F21.CN2.TTNT</a:t>
            </a:r>
            <a:endParaRPr sz="1100" b="0" i="0" u="none" strike="noStrike" cap="none" dirty="0">
              <a:solidFill>
                <a:srgbClr val="22222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marR="0" lvl="0" indent="0" algn="just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 err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Giảng</a:t>
            </a:r>
            <a:r>
              <a:rPr lang="en-US" sz="1100" b="1" i="0" u="none" strike="noStrike" cap="none" dirty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100" b="1" i="0" u="none" strike="noStrike" cap="none" dirty="0" err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viên</a:t>
            </a:r>
            <a:r>
              <a:rPr lang="en-US" sz="1100" b="1" i="0" u="none" strike="noStrike" cap="none" dirty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100" b="1" i="0" u="none" strike="noStrike" cap="none" dirty="0" err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hướng</a:t>
            </a:r>
            <a:r>
              <a:rPr lang="en-US" sz="1100" b="1" i="0" u="none" strike="noStrike" cap="none" dirty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100" b="1" i="0" u="none" strike="noStrike" cap="none" dirty="0" err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dẫn</a:t>
            </a:r>
            <a:r>
              <a:rPr lang="en-US" sz="1100" b="0" i="0" u="none" strike="noStrike" cap="none" dirty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1100" b="0" i="0" u="none" strike="noStrike" cap="none" dirty="0" err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Ths</a:t>
            </a:r>
            <a:r>
              <a:rPr lang="en-US" sz="1100" b="0" i="0" u="none" strike="noStrike" cap="none" dirty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Đặng Việt Dũng</a:t>
            </a:r>
            <a:endParaRPr sz="1100" b="0" i="0" u="none" strike="noStrike" cap="none" dirty="0">
              <a:solidFill>
                <a:srgbClr val="22222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marR="0" lvl="0" indent="0" algn="just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1" i="0" u="none" strike="noStrike" cap="none" dirty="0" err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Người</a:t>
            </a:r>
            <a:r>
              <a:rPr lang="en-US" sz="1100" b="1" i="0" u="none" strike="noStrike" cap="none" dirty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100" b="1" i="0" u="none" strike="noStrike" cap="none" dirty="0" err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thực</a:t>
            </a:r>
            <a:r>
              <a:rPr lang="en-US" sz="1100" b="1" i="0" u="none" strike="noStrike" cap="none" dirty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hiện:</a:t>
            </a:r>
            <a:r>
              <a:rPr lang="en-US" sz="1100" b="0" i="0" u="none" strike="noStrike" cap="none" dirty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Nguyễn Minh Nhật - 25410104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00" name="PageNumber"/>
          <p:cNvSpPr txBox="1"/>
          <p:nvPr/>
        </p:nvSpPr>
        <p:spPr>
          <a:xfrm>
            <a:off x="8178800" y="4864100"/>
            <a:ext cx="508000" cy="203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r>
              <a:rPr lang="en-US" sz="1400">
                <a:solidFill>
                  <a:srgbClr val="64748B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470490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2" name="Google Shape;2452;p2"/>
          <p:cNvSpPr txBox="1">
            <a:spLocks noGrp="1"/>
          </p:cNvSpPr>
          <p:nvPr>
            <p:ph type="body" idx="1"/>
          </p:nvPr>
        </p:nvSpPr>
        <p:spPr>
          <a:xfrm>
            <a:off x="2051358" y="964760"/>
            <a:ext cx="5041500" cy="35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457200" lvl="0" indent="-336550" algn="just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700"/>
              <a:buAutoNum type="arabicPeriod"/>
            </a:pPr>
            <a:r>
              <a:rPr lang="en-US"/>
              <a:t>Bài toán &amp; mục đích</a:t>
            </a:r>
            <a:endParaRPr/>
          </a:p>
          <a:p>
            <a:pPr marL="457200" lvl="0" indent="-336550" algn="just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700"/>
              <a:buAutoNum type="arabicPeriod"/>
            </a:pPr>
            <a:r>
              <a:rPr lang="en-US"/>
              <a:t>Hệ thống đã làm được gì</a:t>
            </a:r>
            <a:endParaRPr/>
          </a:p>
          <a:p>
            <a:pPr marL="457200" lvl="0" indent="-336550" algn="just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700"/>
              <a:buAutoNum type="arabicPeriod"/>
            </a:pPr>
            <a:r>
              <a:rPr lang="en-US"/>
              <a:t>Kiến trúc &amp; luồng hoạt động</a:t>
            </a:r>
            <a:endParaRPr/>
          </a:p>
          <a:p>
            <a:pPr marL="457200" lvl="0" indent="-336550" algn="just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700"/>
              <a:buAutoNum type="arabicPeriod"/>
            </a:pPr>
            <a:r>
              <a:rPr lang="en-US"/>
              <a:t>Vì sao chọn công nghệ này</a:t>
            </a:r>
            <a:endParaRPr/>
          </a:p>
          <a:p>
            <a:pPr marL="457200" lvl="0" indent="-336550" algn="just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700"/>
              <a:buAutoNum type="arabicPeriod"/>
            </a:pPr>
            <a:r>
              <a:rPr lang="en-US"/>
              <a:t>Đo lường chất lượng</a:t>
            </a:r>
            <a:endParaRPr/>
          </a:p>
          <a:p>
            <a:pPr marL="457200" lvl="0" indent="-336550" algn="just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700"/>
              <a:buAutoNum type="arabicPeriod"/>
            </a:pPr>
            <a:r>
              <a:rPr lang="en-US"/>
              <a:t>Phạm vi hiện tại</a:t>
            </a:r>
            <a:endParaRPr/>
          </a:p>
          <a:p>
            <a:pPr marL="457200" lvl="0" indent="-336550" algn="just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700"/>
              <a:buAutoNum type="arabicPeriod"/>
            </a:pPr>
            <a:r>
              <a:rPr lang="en-US"/>
              <a:t>Lộ trình &amp; chi phí</a:t>
            </a:r>
            <a:endParaRPr/>
          </a:p>
          <a:p>
            <a:pPr marL="457200" lvl="0" indent="-336550" algn="just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700"/>
              <a:buAutoNum type="arabicPeriod"/>
            </a:pPr>
            <a:r>
              <a:rPr lang="en-US"/>
              <a:t>Kết luận</a:t>
            </a:r>
            <a:endParaRPr/>
          </a:p>
        </p:txBody>
      </p:sp>
      <p:sp>
        <p:nvSpPr>
          <p:cNvPr id="9500" name="PageNumber"/>
          <p:cNvSpPr txBox="1"/>
          <p:nvPr/>
        </p:nvSpPr>
        <p:spPr>
          <a:xfrm>
            <a:off x="8178800" y="4864100"/>
            <a:ext cx="508000" cy="203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r>
              <a:rPr lang="en-US" sz="1400">
                <a:solidFill>
                  <a:srgbClr val="64748B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68301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" name="Google Shape;2457;p3"/>
          <p:cNvSpPr txBox="1">
            <a:spLocks noGrp="1"/>
          </p:cNvSpPr>
          <p:nvPr>
            <p:ph type="title"/>
          </p:nvPr>
        </p:nvSpPr>
        <p:spPr>
          <a:xfrm>
            <a:off x="580609" y="167973"/>
            <a:ext cx="7935000" cy="5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3300"/>
              <a:buNone/>
            </a:pPr>
            <a:r>
              <a:rPr lang="en-US" sz="2400"/>
              <a:t>Bài toán &amp; mục đích</a:t>
            </a:r>
            <a:endParaRPr/>
          </a:p>
        </p:txBody>
      </p:sp>
      <p:sp>
        <p:nvSpPr>
          <p:cNvPr id="2458" name="Google Shape;2458;p3"/>
          <p:cNvSpPr txBox="1">
            <a:spLocks noGrp="1"/>
          </p:cNvSpPr>
          <p:nvPr>
            <p:ph type="body" idx="1"/>
          </p:nvPr>
        </p:nvSpPr>
        <p:spPr>
          <a:xfrm>
            <a:off x="580609" y="925368"/>
            <a:ext cx="7935000" cy="3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61950" algn="just" rtl="0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SzPts val="2100"/>
              <a:buChar char="•"/>
            </a:pPr>
            <a:r>
              <a:rPr lang="en-US" sz="1500"/>
              <a:t>Tài liệu nội bộ rải rác, dễ trả lời sai vì thiếu context hoặc đọc bản cũ.</a:t>
            </a:r>
            <a:endParaRPr/>
          </a:p>
          <a:p>
            <a:pPr marL="457200" lvl="0" indent="-361950" algn="just" rtl="0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SzPts val="2100"/>
              <a:buChar char="•"/>
            </a:pPr>
            <a:r>
              <a:rPr lang="en-US" sz="1500"/>
              <a:t>RagHub: hỏi tự nhiên, hệ thống trả lời kèm trích dẫn nguồn cụ thể.</a:t>
            </a:r>
            <a:endParaRPr/>
          </a:p>
          <a:p>
            <a:pPr marL="457200" lvl="0" indent="-361950" algn="just" rtl="0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SzPts val="2100"/>
              <a:buChar char="•"/>
            </a:pPr>
            <a:r>
              <a:rPr lang="en-US" sz="1500"/>
              <a:t>Mục tiêu POC: retrieval có đủ chính xác để tin dùng không?</a:t>
            </a:r>
            <a:endParaRPr/>
          </a:p>
          <a:p>
            <a:pPr marL="457200" lvl="0" indent="-361950" algn="just" rtl="0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SzPts val="2100"/>
              <a:buChar char="•"/>
            </a:pPr>
            <a:r>
              <a:rPr lang="en-US" sz="1500"/>
              <a:t>Đây là rủi ro kỹ thuật lớn nhất — phải làm trước, làm kỹ.</a:t>
            </a:r>
            <a:endParaRPr/>
          </a:p>
        </p:txBody>
      </p:sp>
      <p:sp>
        <p:nvSpPr>
          <p:cNvPr id="9500" name="PageNumber"/>
          <p:cNvSpPr txBox="1"/>
          <p:nvPr/>
        </p:nvSpPr>
        <p:spPr>
          <a:xfrm>
            <a:off x="8178800" y="4864100"/>
            <a:ext cx="508000" cy="203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r>
              <a:rPr lang="en-US" sz="1400">
                <a:solidFill>
                  <a:srgbClr val="64748B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96781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3" name="Google Shape;2463;p4"/>
          <p:cNvSpPr/>
          <p:nvPr/>
        </p:nvSpPr>
        <p:spPr>
          <a:xfrm rot="10800000">
            <a:off x="-1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4" name="Google Shape;2464;p4"/>
          <p:cNvSpPr/>
          <p:nvPr/>
        </p:nvSpPr>
        <p:spPr>
          <a:xfrm rot="10800000">
            <a:off x="13" y="83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65" name="Google Shape;2465;p4"/>
          <p:cNvGrpSpPr/>
          <p:nvPr/>
        </p:nvGrpSpPr>
        <p:grpSpPr>
          <a:xfrm>
            <a:off x="43967" y="40719"/>
            <a:ext cx="2152257" cy="1172534"/>
            <a:chOff x="44974" y="27296"/>
            <a:chExt cx="2869676" cy="1563379"/>
          </a:xfrm>
        </p:grpSpPr>
        <p:cxnSp>
          <p:nvCxnSpPr>
            <p:cNvPr id="2466" name="Google Shape;2466;p4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2467" name="Google Shape;2467;p4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2468" name="Google Shape;2468;p4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2469" name="Google Shape;2469;p4"/>
          <p:cNvSpPr/>
          <p:nvPr/>
        </p:nvSpPr>
        <p:spPr>
          <a:xfrm>
            <a:off x="8607287" y="4680817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0" name="Google Shape;2470;p4"/>
          <p:cNvSpPr/>
          <p:nvPr/>
        </p:nvSpPr>
        <p:spPr>
          <a:xfrm>
            <a:off x="0" y="4810125"/>
            <a:ext cx="9144000" cy="3333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71" name="Google Shape;2471;p4"/>
          <p:cNvGrpSpPr/>
          <p:nvPr/>
        </p:nvGrpSpPr>
        <p:grpSpPr>
          <a:xfrm>
            <a:off x="12020" y="3471966"/>
            <a:ext cx="325800" cy="1671646"/>
            <a:chOff x="16026" y="4629289"/>
            <a:chExt cx="434400" cy="2228861"/>
          </a:xfrm>
        </p:grpSpPr>
        <p:sp>
          <p:nvSpPr>
            <p:cNvPr id="2472" name="Google Shape;2472;p4"/>
            <p:cNvSpPr/>
            <p:nvPr/>
          </p:nvSpPr>
          <p:spPr>
            <a:xfrm>
              <a:off x="16026" y="4629289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3" name="Google Shape;2473;p4"/>
            <p:cNvSpPr/>
            <p:nvPr/>
          </p:nvSpPr>
          <p:spPr>
            <a:xfrm>
              <a:off x="16026" y="5005641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4" name="Google Shape;2474;p4"/>
            <p:cNvSpPr/>
            <p:nvPr/>
          </p:nvSpPr>
          <p:spPr>
            <a:xfrm>
              <a:off x="16026" y="5381993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5" name="Google Shape;2475;p4"/>
            <p:cNvSpPr/>
            <p:nvPr/>
          </p:nvSpPr>
          <p:spPr>
            <a:xfrm>
              <a:off x="16026" y="5758345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6" name="Google Shape;2476;p4"/>
            <p:cNvSpPr/>
            <p:nvPr/>
          </p:nvSpPr>
          <p:spPr>
            <a:xfrm>
              <a:off x="16026" y="6134697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7" name="Google Shape;2477;p4"/>
            <p:cNvSpPr/>
            <p:nvPr/>
          </p:nvSpPr>
          <p:spPr>
            <a:xfrm>
              <a:off x="16026" y="6511050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78" name="Google Shape;2478;p4"/>
          <p:cNvSpPr/>
          <p:nvPr/>
        </p:nvSpPr>
        <p:spPr>
          <a:xfrm>
            <a:off x="8692153" y="79409"/>
            <a:ext cx="366980" cy="303866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9" name="Google Shape;2479;p4"/>
          <p:cNvSpPr txBox="1">
            <a:spLocks noGrp="1"/>
          </p:cNvSpPr>
          <p:nvPr>
            <p:ph type="title"/>
          </p:nvPr>
        </p:nvSpPr>
        <p:spPr>
          <a:xfrm>
            <a:off x="381000" y="0"/>
            <a:ext cx="8382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Hệ thống đã làm được gì</a:t>
            </a:r>
            <a:endParaRPr sz="2800" b="1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80" name="Google Shape;2480;p4"/>
          <p:cNvSpPr txBox="1"/>
          <p:nvPr/>
        </p:nvSpPr>
        <p:spPr>
          <a:xfrm>
            <a:off x="381000" y="48768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Trường Đại học Công nghệ Thông tin, ĐHQG-HCM</a:t>
            </a:r>
            <a:endParaRPr sz="80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81" name="Google Shape;2481;p4"/>
          <p:cNvSpPr/>
          <p:nvPr/>
        </p:nvSpPr>
        <p:spPr>
          <a:xfrm>
            <a:off x="69722" y="4907206"/>
            <a:ext cx="210300" cy="2103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82" name="Google Shape;2482;p4"/>
          <p:cNvGrpSpPr/>
          <p:nvPr/>
        </p:nvGrpSpPr>
        <p:grpSpPr>
          <a:xfrm>
            <a:off x="381000" y="1047750"/>
            <a:ext cx="8382150" cy="3048150"/>
            <a:chOff x="381000" y="1047750"/>
            <a:chExt cx="8382150" cy="3048150"/>
          </a:xfrm>
        </p:grpSpPr>
        <p:sp>
          <p:nvSpPr>
            <p:cNvPr id="2483" name="Google Shape;2483;p4"/>
            <p:cNvSpPr/>
            <p:nvPr/>
          </p:nvSpPr>
          <p:spPr>
            <a:xfrm>
              <a:off x="381000" y="1047750"/>
              <a:ext cx="2571900" cy="1428900"/>
            </a:xfrm>
            <a:prstGeom prst="roundRect">
              <a:avLst>
                <a:gd name="adj" fmla="val 8000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4"/>
            <p:cNvSpPr txBox="1"/>
            <p:nvPr/>
          </p:nvSpPr>
          <p:spPr>
            <a:xfrm>
              <a:off x="523875" y="1190625"/>
              <a:ext cx="2286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1E40AF"/>
                  </a:solidFill>
                  <a:latin typeface="Inter"/>
                  <a:ea typeface="Inter"/>
                  <a:cs typeface="Inter"/>
                  <a:sym typeface="Inter"/>
                </a:rPr>
                <a:t>Ingestion Pipeline</a:t>
              </a:r>
              <a:endParaRPr sz="1400" b="1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Upload → phân loại → chia đoạn → tạo vector → lưu DB.</a:t>
              </a:r>
              <a:endParaRPr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485" name="Google Shape;2485;p4"/>
            <p:cNvSpPr/>
            <p:nvPr/>
          </p:nvSpPr>
          <p:spPr>
            <a:xfrm>
              <a:off x="3286125" y="1047750"/>
              <a:ext cx="2571900" cy="1428900"/>
            </a:xfrm>
            <a:prstGeom prst="roundRect">
              <a:avLst>
                <a:gd name="adj" fmla="val 8000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4"/>
            <p:cNvSpPr txBox="1"/>
            <p:nvPr/>
          </p:nvSpPr>
          <p:spPr>
            <a:xfrm>
              <a:off x="3429000" y="1190625"/>
              <a:ext cx="2286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1E40AF"/>
                  </a:solidFill>
                  <a:latin typeface="Inter"/>
                  <a:ea typeface="Inter"/>
                  <a:cs typeface="Inter"/>
                  <a:sym typeface="Inter"/>
                </a:rPr>
                <a:t>Chat Streaming</a:t>
              </a:r>
              <a:endParaRPr sz="1400" b="1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Kèm trích dẫn chunk cụ thể (file, heading, trang).</a:t>
              </a:r>
              <a:endParaRPr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487" name="Google Shape;2487;p4"/>
            <p:cNvSpPr/>
            <p:nvPr/>
          </p:nvSpPr>
          <p:spPr>
            <a:xfrm>
              <a:off x="6191250" y="1047750"/>
              <a:ext cx="2571900" cy="1428900"/>
            </a:xfrm>
            <a:prstGeom prst="roundRect">
              <a:avLst>
                <a:gd name="adj" fmla="val 8000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4"/>
            <p:cNvSpPr txBox="1"/>
            <p:nvPr/>
          </p:nvSpPr>
          <p:spPr>
            <a:xfrm>
              <a:off x="6334125" y="1190625"/>
              <a:ext cx="2286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1E40AF"/>
                  </a:solidFill>
                  <a:latin typeface="Inter"/>
                  <a:ea typeface="Inter"/>
                  <a:cs typeface="Inter"/>
                  <a:sym typeface="Inter"/>
                </a:rPr>
                <a:t>Trang quản trị</a:t>
              </a:r>
              <a:endParaRPr sz="1400" b="1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Trạng thái tài liệu, xem trước chunk để debug.</a:t>
              </a:r>
              <a:endParaRPr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489" name="Google Shape;2489;p4"/>
            <p:cNvSpPr/>
            <p:nvPr/>
          </p:nvSpPr>
          <p:spPr>
            <a:xfrm>
              <a:off x="381000" y="2667000"/>
              <a:ext cx="2571900" cy="1428900"/>
            </a:xfrm>
            <a:prstGeom prst="roundRect">
              <a:avLst>
                <a:gd name="adj" fmla="val 8000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" name="Google Shape;2490;p4"/>
            <p:cNvSpPr txBox="1"/>
            <p:nvPr/>
          </p:nvSpPr>
          <p:spPr>
            <a:xfrm>
              <a:off x="523875" y="2809875"/>
              <a:ext cx="2286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1E40AF"/>
                  </a:solidFill>
                  <a:latin typeface="Inter"/>
                  <a:ea typeface="Inter"/>
                  <a:cs typeface="Inter"/>
                  <a:sym typeface="Inter"/>
                </a:rPr>
                <a:t>Evaluation Harness</a:t>
              </a:r>
              <a:endParaRPr sz="1400" b="1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Recall@k / MRR / độ chính xác trích dẫn.</a:t>
              </a:r>
              <a:endParaRPr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491" name="Google Shape;2491;p4"/>
            <p:cNvSpPr/>
            <p:nvPr/>
          </p:nvSpPr>
          <p:spPr>
            <a:xfrm>
              <a:off x="3286125" y="2667000"/>
              <a:ext cx="2571900" cy="1428900"/>
            </a:xfrm>
            <a:prstGeom prst="roundRect">
              <a:avLst>
                <a:gd name="adj" fmla="val 8000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92;p4"/>
            <p:cNvSpPr txBox="1"/>
            <p:nvPr/>
          </p:nvSpPr>
          <p:spPr>
            <a:xfrm>
              <a:off x="3429000" y="2809875"/>
              <a:ext cx="2286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1E40AF"/>
                  </a:solidFill>
                  <a:latin typeface="Inter"/>
                  <a:ea typeface="Inter"/>
                  <a:cs typeface="Inter"/>
                  <a:sym typeface="Inter"/>
                </a:rPr>
                <a:t>RAG Hub</a:t>
              </a:r>
              <a:endParaRPr sz="1400" b="1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API key cho team khác gọi vào như 1 Hub trung tâm.</a:t>
              </a:r>
              <a:endParaRPr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493" name="Google Shape;2493;p4"/>
            <p:cNvSpPr/>
            <p:nvPr/>
          </p:nvSpPr>
          <p:spPr>
            <a:xfrm>
              <a:off x="6191250" y="2667000"/>
              <a:ext cx="2571900" cy="1428900"/>
            </a:xfrm>
            <a:prstGeom prst="roundRect">
              <a:avLst>
                <a:gd name="adj" fmla="val 8000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94;p4"/>
            <p:cNvSpPr txBox="1"/>
            <p:nvPr/>
          </p:nvSpPr>
          <p:spPr>
            <a:xfrm>
              <a:off x="6334125" y="2809875"/>
              <a:ext cx="2286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1E40AF"/>
                  </a:solidFill>
                  <a:latin typeface="Inter"/>
                  <a:ea typeface="Inter"/>
                  <a:cs typeface="Inter"/>
                  <a:sym typeface="Inter"/>
                </a:rPr>
                <a:t>Offline/Edge Export</a:t>
              </a:r>
              <a:endParaRPr sz="1400" b="1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Export dữ liệu đã xử lý cho thiết bị offline/biên.</a:t>
              </a:r>
              <a:endParaRPr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495" name="Google Shape;2495;p4"/>
          <p:cNvGrpSpPr/>
          <p:nvPr/>
        </p:nvGrpSpPr>
        <p:grpSpPr>
          <a:xfrm rot="10800000">
            <a:off x="6949022" y="3934533"/>
            <a:ext cx="2152257" cy="1172534"/>
            <a:chOff x="44974" y="27296"/>
            <a:chExt cx="2869676" cy="1563379"/>
          </a:xfrm>
        </p:grpSpPr>
        <p:cxnSp>
          <p:nvCxnSpPr>
            <p:cNvPr id="2496" name="Google Shape;2496;p4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2497" name="Google Shape;2497;p4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2498" name="Google Shape;2498;p4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9500" name="PageNumber"/>
          <p:cNvSpPr txBox="1"/>
          <p:nvPr/>
        </p:nvSpPr>
        <p:spPr>
          <a:xfrm>
            <a:off x="7620000" y="4876800"/>
            <a:ext cx="762000" cy="1778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r>
              <a:rPr lang="en-US" sz="1400">
                <a:solidFill>
                  <a:srgbClr val="64748B"/>
                </a:solidFill>
                <a:latin typeface="Inter"/>
              </a:rPr>
              <a:t>4</a:t>
            </a:r>
          </a:p>
        </p:txBody>
      </p:sp>
      <p:pic>
        <p:nvPicPr>
          <p:cNvPr id="9501" name="Graphic 9501" descr="Upload icon for Ingestion Pipeline car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875" y="1143000"/>
            <a:ext cx="330200" cy="330200"/>
          </a:xfrm>
          <a:prstGeom prst="rect">
            <a:avLst/>
          </a:prstGeom>
        </p:spPr>
      </p:pic>
      <p:pic>
        <p:nvPicPr>
          <p:cNvPr id="9502" name="Graphic 9502" descr="Chat icon for Chat Streaming car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29000" y="1143000"/>
            <a:ext cx="330200" cy="330200"/>
          </a:xfrm>
          <a:prstGeom prst="rect">
            <a:avLst/>
          </a:prstGeom>
        </p:spPr>
      </p:pic>
      <p:pic>
        <p:nvPicPr>
          <p:cNvPr id="9503" name="Graphic 9503" descr="Settings icon for Trang quản trị car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34125" y="1143000"/>
            <a:ext cx="330200" cy="330200"/>
          </a:xfrm>
          <a:prstGeom prst="rect">
            <a:avLst/>
          </a:prstGeom>
        </p:spPr>
      </p:pic>
      <p:pic>
        <p:nvPicPr>
          <p:cNvPr id="9504" name="Graphic 9504" descr="Checklist icon for Evaluation Harness car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3875" y="2762250"/>
            <a:ext cx="330200" cy="330200"/>
          </a:xfrm>
          <a:prstGeom prst="rect">
            <a:avLst/>
          </a:prstGeom>
        </p:spPr>
      </p:pic>
      <p:pic>
        <p:nvPicPr>
          <p:cNvPr id="9505" name="Graphic 9505" descr="Network hub icon for RAG Hub car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429000" y="2762250"/>
            <a:ext cx="330200" cy="330200"/>
          </a:xfrm>
          <a:prstGeom prst="rect">
            <a:avLst/>
          </a:prstGeom>
        </p:spPr>
      </p:pic>
      <p:pic>
        <p:nvPicPr>
          <p:cNvPr id="9506" name="Graphic 9506" descr="Laptop icon for Offline Edge Export car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34125" y="2762250"/>
            <a:ext cx="330200" cy="33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923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3" name="Google Shape;2503;p5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4" name="Google Shape;2504;p5"/>
          <p:cNvSpPr txBox="1"/>
          <p:nvPr/>
        </p:nvSpPr>
        <p:spPr>
          <a:xfrm>
            <a:off x="381000" y="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Kiến trúc tổng thể</a:t>
            </a:r>
            <a:endParaRPr sz="2800" b="1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505" name="Google Shape;2505;p5"/>
          <p:cNvGrpSpPr/>
          <p:nvPr/>
        </p:nvGrpSpPr>
        <p:grpSpPr>
          <a:xfrm>
            <a:off x="381000" y="952500"/>
            <a:ext cx="8382000" cy="857400"/>
            <a:chOff x="381000" y="952500"/>
            <a:chExt cx="8382000" cy="857400"/>
          </a:xfrm>
        </p:grpSpPr>
        <p:sp>
          <p:nvSpPr>
            <p:cNvPr id="2506" name="Google Shape;2506;p5"/>
            <p:cNvSpPr/>
            <p:nvPr/>
          </p:nvSpPr>
          <p:spPr>
            <a:xfrm>
              <a:off x="381000" y="952500"/>
              <a:ext cx="8382000" cy="857400"/>
            </a:xfrm>
            <a:prstGeom prst="roundRect">
              <a:avLst>
                <a:gd name="adj" fmla="val 13333"/>
              </a:avLst>
            </a:prstGeom>
            <a:solidFill>
              <a:srgbClr val="EFF6FF"/>
            </a:solidFill>
            <a:ln w="19050" cap="flat" cmpd="sng">
              <a:solidFill>
                <a:srgbClr val="3B82F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" name="Google Shape;2507;p5"/>
            <p:cNvSpPr txBox="1"/>
            <p:nvPr/>
          </p:nvSpPr>
          <p:spPr>
            <a:xfrm>
              <a:off x="571500" y="1095375"/>
              <a:ext cx="3905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1E40AF"/>
                  </a:solidFill>
                  <a:latin typeface="Inter"/>
                  <a:ea typeface="Inter"/>
                  <a:cs typeface="Inter"/>
                  <a:sym typeface="Inter"/>
                </a:rPr>
                <a:t>React Portal</a:t>
              </a:r>
              <a:endParaRPr sz="1400" b="1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(chat + admin)</a:t>
              </a:r>
              <a:endParaRPr sz="1100" b="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508" name="Google Shape;2508;p5"/>
            <p:cNvSpPr txBox="1"/>
            <p:nvPr/>
          </p:nvSpPr>
          <p:spPr>
            <a:xfrm>
              <a:off x="4667250" y="1095375"/>
              <a:ext cx="3905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1E40AF"/>
                  </a:solidFill>
                  <a:latin typeface="Inter"/>
                  <a:ea typeface="Inter"/>
                  <a:cs typeface="Inter"/>
                  <a:sym typeface="Inter"/>
                </a:rPr>
                <a:t>Platform khác</a:t>
              </a:r>
              <a:endParaRPr sz="1400" b="1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(qua API key)</a:t>
              </a:r>
              <a:endParaRPr sz="1100" b="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509" name="Google Shape;2509;p5"/>
          <p:cNvGrpSpPr/>
          <p:nvPr/>
        </p:nvGrpSpPr>
        <p:grpSpPr>
          <a:xfrm>
            <a:off x="2857500" y="1809750"/>
            <a:ext cx="3429000" cy="857250"/>
            <a:chOff x="2857500" y="1809750"/>
            <a:chExt cx="3429000" cy="857250"/>
          </a:xfrm>
        </p:grpSpPr>
        <p:pic>
          <p:nvPicPr>
            <p:cNvPr id="2510" name="Google Shape;2510;p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562475" y="1809750"/>
              <a:ext cx="19200" cy="285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11" name="Google Shape;2511;p5"/>
            <p:cNvSpPr/>
            <p:nvPr/>
          </p:nvSpPr>
          <p:spPr>
            <a:xfrm>
              <a:off x="2857500" y="2095500"/>
              <a:ext cx="3429000" cy="571500"/>
            </a:xfrm>
            <a:prstGeom prst="roundRect">
              <a:avLst>
                <a:gd name="adj" fmla="val 20000"/>
              </a:avLst>
            </a:prstGeom>
            <a:solidFill>
              <a:srgbClr val="1E40A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2512;p5"/>
            <p:cNvSpPr txBox="1"/>
            <p:nvPr/>
          </p:nvSpPr>
          <p:spPr>
            <a:xfrm>
              <a:off x="2857500" y="2095500"/>
              <a:ext cx="3429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ASP.NET Core API</a:t>
              </a:r>
              <a:endParaRPr sz="16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513" name="Google Shape;2513;p5"/>
          <p:cNvGrpSpPr/>
          <p:nvPr/>
        </p:nvGrpSpPr>
        <p:grpSpPr>
          <a:xfrm>
            <a:off x="381000" y="2667000"/>
            <a:ext cx="8382000" cy="1095450"/>
            <a:chOff x="381000" y="2667000"/>
            <a:chExt cx="8382000" cy="1095450"/>
          </a:xfrm>
        </p:grpSpPr>
        <p:pic>
          <p:nvPicPr>
            <p:cNvPr id="2514" name="Google Shape;2514;p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562475" y="2667000"/>
              <a:ext cx="19200" cy="285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15" name="Google Shape;2515;p5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619250" y="2800350"/>
              <a:ext cx="5905500" cy="19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16" name="Google Shape;2516;p5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609725" y="2809875"/>
              <a:ext cx="19200" cy="142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17" name="Google Shape;2517;p5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515225" y="2809875"/>
              <a:ext cx="19200" cy="142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18" name="Google Shape;2518;p5"/>
            <p:cNvSpPr/>
            <p:nvPr/>
          </p:nvSpPr>
          <p:spPr>
            <a:xfrm>
              <a:off x="381000" y="2952750"/>
              <a:ext cx="2476500" cy="809700"/>
            </a:xfrm>
            <a:prstGeom prst="roundRect">
              <a:avLst>
                <a:gd name="adj" fmla="val 9411"/>
              </a:avLst>
            </a:prstGeom>
            <a:solidFill>
              <a:srgbClr val="F1F5F9"/>
            </a:solidFill>
            <a:ln w="9525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" name="Google Shape;2519;p5"/>
            <p:cNvSpPr txBox="1"/>
            <p:nvPr/>
          </p:nvSpPr>
          <p:spPr>
            <a:xfrm>
              <a:off x="523875" y="3067050"/>
              <a:ext cx="2190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>
                  <a:solidFill>
                    <a:srgbClr val="3341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PostgreSQL + pgvector</a:t>
              </a:r>
              <a:endParaRPr sz="1200" b="0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(tài liệu, chunk, vector)</a:t>
              </a:r>
              <a:endParaRPr sz="1000" b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520" name="Google Shape;2520;p5"/>
            <p:cNvSpPr/>
            <p:nvPr/>
          </p:nvSpPr>
          <p:spPr>
            <a:xfrm>
              <a:off x="3333750" y="2952750"/>
              <a:ext cx="2476500" cy="809700"/>
            </a:xfrm>
            <a:prstGeom prst="roundRect">
              <a:avLst>
                <a:gd name="adj" fmla="val 9411"/>
              </a:avLst>
            </a:prstGeom>
            <a:solidFill>
              <a:srgbClr val="F1F5F9"/>
            </a:solidFill>
            <a:ln w="9525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" name="Google Shape;2521;p5"/>
            <p:cNvSpPr txBox="1"/>
            <p:nvPr/>
          </p:nvSpPr>
          <p:spPr>
            <a:xfrm>
              <a:off x="3476625" y="3067050"/>
              <a:ext cx="2190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>
                  <a:solidFill>
                    <a:srgbClr val="3341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Worker</a:t>
              </a:r>
              <a:endParaRPr sz="1200" b="0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(xử lý nền)</a:t>
              </a:r>
              <a:endParaRPr sz="1000" b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522" name="Google Shape;2522;p5"/>
            <p:cNvSpPr/>
            <p:nvPr/>
          </p:nvSpPr>
          <p:spPr>
            <a:xfrm>
              <a:off x="6286500" y="2952750"/>
              <a:ext cx="2476500" cy="809700"/>
            </a:xfrm>
            <a:prstGeom prst="roundRect">
              <a:avLst>
                <a:gd name="adj" fmla="val 9411"/>
              </a:avLst>
            </a:prstGeom>
            <a:solidFill>
              <a:srgbClr val="F1F5F9"/>
            </a:solidFill>
            <a:ln w="9525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" name="Google Shape;2523;p5"/>
            <p:cNvSpPr txBox="1"/>
            <p:nvPr/>
          </p:nvSpPr>
          <p:spPr>
            <a:xfrm>
              <a:off x="6429375" y="3067050"/>
              <a:ext cx="2190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>
                  <a:solidFill>
                    <a:srgbClr val="3341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Reranker sidecar</a:t>
              </a:r>
              <a:endParaRPr sz="1200" b="0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(Python)</a:t>
              </a:r>
              <a:endParaRPr sz="1000" b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524" name="Google Shape;2524;p5"/>
          <p:cNvGrpSpPr/>
          <p:nvPr/>
        </p:nvGrpSpPr>
        <p:grpSpPr>
          <a:xfrm>
            <a:off x="2371725" y="3762375"/>
            <a:ext cx="4400700" cy="962100"/>
            <a:chOff x="2371725" y="3762375"/>
            <a:chExt cx="4400700" cy="962100"/>
          </a:xfrm>
        </p:grpSpPr>
        <p:pic>
          <p:nvPicPr>
            <p:cNvPr id="2525" name="Google Shape;2525;p5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562475" y="3762375"/>
              <a:ext cx="19200" cy="238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26" name="Google Shape;2526;p5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2371725" y="3990975"/>
              <a:ext cx="4400700" cy="73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27" name="Google Shape;2527;p5"/>
            <p:cNvSpPr txBox="1"/>
            <p:nvPr/>
          </p:nvSpPr>
          <p:spPr>
            <a:xfrm>
              <a:off x="2571750" y="4067175"/>
              <a:ext cx="4000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>
                  <a:solidFill>
                    <a:srgbClr val="1E40AF"/>
                  </a:solidFill>
                  <a:latin typeface="Inter"/>
                  <a:ea typeface="Inter"/>
                  <a:cs typeface="Inter"/>
                  <a:sym typeface="Inter"/>
                </a:rPr>
                <a:t>Ollama — BGE-M3 (embed)</a:t>
              </a:r>
              <a:endParaRPr sz="1300" b="1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>
                  <a:solidFill>
                    <a:srgbClr val="1E40AF"/>
                  </a:solidFill>
                  <a:latin typeface="Inter"/>
                  <a:ea typeface="Inter"/>
                  <a:cs typeface="Inter"/>
                  <a:sym typeface="Inter"/>
                </a:rPr>
                <a:t>+ Gemma (generate)</a:t>
              </a:r>
              <a:endParaRPr sz="1200" b="0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528" name="Google Shape;2528;p5"/>
          <p:cNvSpPr/>
          <p:nvPr/>
        </p:nvSpPr>
        <p:spPr>
          <a:xfrm>
            <a:off x="0" y="4810125"/>
            <a:ext cx="9144000" cy="3333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01" name="Accent Corner TL"/>
          <p:cNvSpPr/>
          <p:nvPr/>
        </p:nvSpPr>
        <p:spPr>
          <a:xfrm rot="10800000">
            <a:off x="13" y="83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02" name="Accent Corner BR"/>
          <p:cNvSpPr/>
          <p:nvPr/>
        </p:nvSpPr>
        <p:spPr>
          <a:xfrm>
            <a:off x="8607287" y="4680817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grpSp>
        <p:nvGrpSpPr>
          <p:cNvPr id="9009" name="Sidebar Accent"/>
          <p:cNvGrpSpPr/>
          <p:nvPr/>
        </p:nvGrpSpPr>
        <p:grpSpPr>
          <a:xfrm>
            <a:off x="12020" y="3471966"/>
            <a:ext cx="325800" cy="1671646"/>
            <a:chOff x="16026" y="4629289"/>
            <a:chExt cx="434400" cy="2228861"/>
          </a:xfrm>
        </p:grpSpPr>
        <p:sp>
          <p:nvSpPr>
            <p:cNvPr id="9010" name="Bar0"/>
            <p:cNvSpPr/>
            <p:nvPr/>
          </p:nvSpPr>
          <p:spPr>
            <a:xfrm>
              <a:off x="16026" y="4629289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11" name="Bar1"/>
            <p:cNvSpPr/>
            <p:nvPr/>
          </p:nvSpPr>
          <p:spPr>
            <a:xfrm>
              <a:off x="16026" y="5005641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12" name="Bar2"/>
            <p:cNvSpPr/>
            <p:nvPr/>
          </p:nvSpPr>
          <p:spPr>
            <a:xfrm>
              <a:off x="16026" y="5381993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13" name="Bar3"/>
            <p:cNvSpPr/>
            <p:nvPr/>
          </p:nvSpPr>
          <p:spPr>
            <a:xfrm>
              <a:off x="16026" y="5758345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14" name="Bar4"/>
            <p:cNvSpPr/>
            <p:nvPr/>
          </p:nvSpPr>
          <p:spPr>
            <a:xfrm>
              <a:off x="16026" y="6134697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15" name="Bar5"/>
            <p:cNvSpPr/>
            <p:nvPr/>
          </p:nvSpPr>
          <p:spPr>
            <a:xfrm>
              <a:off x="16026" y="6511050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</p:grpSp>
      <p:sp>
        <p:nvSpPr>
          <p:cNvPr id="9003" name="Footer Dot"/>
          <p:cNvSpPr/>
          <p:nvPr/>
        </p:nvSpPr>
        <p:spPr>
          <a:xfrm>
            <a:off x="69722" y="4907206"/>
            <a:ext cx="210300" cy="2103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04" name="Footer Uni Text"/>
          <p:cNvSpPr txBox="1"/>
          <p:nvPr/>
        </p:nvSpPr>
        <p:spPr>
          <a:xfrm>
            <a:off x="381000" y="48768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Trường Đại học Công nghệ Thông tin, ĐHQG-HCM</a:t>
            </a:r>
          </a:p>
        </p:txBody>
      </p:sp>
      <p:sp>
        <p:nvSpPr>
          <p:cNvPr id="9500" name="PageNumber"/>
          <p:cNvSpPr txBox="1"/>
          <p:nvPr/>
        </p:nvSpPr>
        <p:spPr>
          <a:xfrm>
            <a:off x="7620000" y="4876800"/>
            <a:ext cx="762000" cy="1778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r>
              <a:rPr lang="en-US" sz="1400">
                <a:solidFill>
                  <a:srgbClr val="64748B"/>
                </a:solidFill>
                <a:latin typeface="Inter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215964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3" name="Google Shape;2533;p6"/>
          <p:cNvSpPr/>
          <p:nvPr/>
        </p:nvSpPr>
        <p:spPr>
          <a:xfrm rot="10800000">
            <a:off x="-1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4" name="Google Shape;2534;p6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5" name="Google Shape;2535;p6"/>
          <p:cNvSpPr txBox="1">
            <a:spLocks noGrp="1"/>
          </p:cNvSpPr>
          <p:nvPr>
            <p:ph type="title"/>
          </p:nvPr>
        </p:nvSpPr>
        <p:spPr>
          <a:xfrm>
            <a:off x="381000" y="0"/>
            <a:ext cx="8382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Luồng nạp tài liệu (Ingestion)</a:t>
            </a:r>
            <a:endParaRPr sz="2800" b="1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536" name="Google Shape;2536;p6"/>
          <p:cNvGrpSpPr/>
          <p:nvPr/>
        </p:nvGrpSpPr>
        <p:grpSpPr>
          <a:xfrm>
            <a:off x="381000" y="1047750"/>
            <a:ext cx="8382150" cy="2476500"/>
            <a:chOff x="381000" y="1047750"/>
            <a:chExt cx="8382150" cy="2476500"/>
          </a:xfrm>
        </p:grpSpPr>
        <p:sp>
          <p:nvSpPr>
            <p:cNvPr id="2537" name="Google Shape;2537;p6"/>
            <p:cNvSpPr/>
            <p:nvPr/>
          </p:nvSpPr>
          <p:spPr>
            <a:xfrm>
              <a:off x="381000" y="1047750"/>
              <a:ext cx="2571900" cy="1143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6"/>
            <p:cNvSpPr txBox="1"/>
            <p:nvPr/>
          </p:nvSpPr>
          <p:spPr>
            <a:xfrm>
              <a:off x="381000" y="1047750"/>
              <a:ext cx="2571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2875" tIns="142875" rIns="142875" bIns="1428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BƯỚC 01</a:t>
              </a:r>
              <a:endParaRPr sz="1000" b="1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ctr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1E40AF"/>
                  </a:solidFill>
                  <a:latin typeface="Inter"/>
                  <a:ea typeface="Inter"/>
                  <a:cs typeface="Inter"/>
                  <a:sym typeface="Inter"/>
                </a:rPr>
                <a:t>Bóc chữ từ file</a:t>
              </a:r>
              <a:endParaRPr sz="1600" b="1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ctr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(PDF/DOCX/TXT/MD)</a:t>
              </a:r>
              <a:endParaRPr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539" name="Google Shape;2539;p6"/>
            <p:cNvSpPr/>
            <p:nvPr/>
          </p:nvSpPr>
          <p:spPr>
            <a:xfrm>
              <a:off x="3286125" y="1047750"/>
              <a:ext cx="2571900" cy="1143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2540;p6"/>
            <p:cNvSpPr txBox="1"/>
            <p:nvPr/>
          </p:nvSpPr>
          <p:spPr>
            <a:xfrm>
              <a:off x="3286125" y="1047750"/>
              <a:ext cx="2571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2875" tIns="142875" rIns="142875" bIns="1428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BƯỚC 02</a:t>
              </a:r>
              <a:endParaRPr sz="1000" b="1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ctr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1E40AF"/>
                  </a:solidFill>
                  <a:latin typeface="Inter"/>
                  <a:ea typeface="Inter"/>
                  <a:cs typeface="Inter"/>
                  <a:sym typeface="Inter"/>
                </a:rPr>
                <a:t>Đoán loại tài liệu</a:t>
              </a:r>
              <a:endParaRPr sz="1600" b="1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541" name="Google Shape;2541;p6"/>
            <p:cNvSpPr/>
            <p:nvPr/>
          </p:nvSpPr>
          <p:spPr>
            <a:xfrm>
              <a:off x="6191250" y="1047750"/>
              <a:ext cx="2571900" cy="1143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6"/>
            <p:cNvSpPr txBox="1"/>
            <p:nvPr/>
          </p:nvSpPr>
          <p:spPr>
            <a:xfrm>
              <a:off x="6191250" y="1047750"/>
              <a:ext cx="2571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2875" tIns="142875" rIns="142875" bIns="1428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BƯỚC 03</a:t>
              </a:r>
              <a:endParaRPr sz="1000" b="1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ctr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1E40AF"/>
                  </a:solidFill>
                  <a:latin typeface="Inter"/>
                  <a:ea typeface="Inter"/>
                  <a:cs typeface="Inter"/>
                  <a:sym typeface="Inter"/>
                </a:rPr>
                <a:t>Chia đoạn</a:t>
              </a:r>
              <a:endParaRPr sz="1600" b="1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ctr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theo cấu trúc</a:t>
              </a:r>
              <a:endParaRPr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543" name="Google Shape;2543;p6"/>
            <p:cNvSpPr/>
            <p:nvPr/>
          </p:nvSpPr>
          <p:spPr>
            <a:xfrm>
              <a:off x="381000" y="2381250"/>
              <a:ext cx="2571900" cy="1143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6"/>
            <p:cNvSpPr txBox="1"/>
            <p:nvPr/>
          </p:nvSpPr>
          <p:spPr>
            <a:xfrm>
              <a:off x="381000" y="2381250"/>
              <a:ext cx="2571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2875" tIns="142875" rIns="142875" bIns="1428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BƯỚC 04</a:t>
              </a:r>
              <a:endParaRPr sz="1000" b="1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ctr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1E40AF"/>
                  </a:solidFill>
                  <a:latin typeface="Inter"/>
                  <a:ea typeface="Inter"/>
                  <a:cs typeface="Inter"/>
                  <a:sym typeface="Inter"/>
                </a:rPr>
                <a:t>Tạo vector</a:t>
              </a:r>
              <a:endParaRPr sz="1600" b="1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ctr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ngữ nghĩa</a:t>
              </a:r>
              <a:endParaRPr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545" name="Google Shape;2545;p6"/>
            <p:cNvSpPr/>
            <p:nvPr/>
          </p:nvSpPr>
          <p:spPr>
            <a:xfrm>
              <a:off x="3286125" y="2381250"/>
              <a:ext cx="2571900" cy="1143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6"/>
            <p:cNvSpPr txBox="1"/>
            <p:nvPr/>
          </p:nvSpPr>
          <p:spPr>
            <a:xfrm>
              <a:off x="3286125" y="2381250"/>
              <a:ext cx="2571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2875" tIns="142875" rIns="142875" bIns="1428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BƯỚC 05</a:t>
              </a:r>
              <a:endParaRPr sz="1000" b="1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ctr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1E40AF"/>
                  </a:solidFill>
                  <a:latin typeface="Inter"/>
                  <a:ea typeface="Inter"/>
                  <a:cs typeface="Inter"/>
                  <a:sym typeface="Inter"/>
                </a:rPr>
                <a:t>Lưu đoạn + vector</a:t>
              </a:r>
              <a:endParaRPr sz="1600" b="1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ctr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+ nguồn gốc đầy đủ</a:t>
              </a:r>
              <a:endParaRPr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547" name="Google Shape;2547;p6"/>
            <p:cNvSpPr/>
            <p:nvPr/>
          </p:nvSpPr>
          <p:spPr>
            <a:xfrm>
              <a:off x="6191250" y="2381250"/>
              <a:ext cx="2571900" cy="1143000"/>
            </a:xfrm>
            <a:prstGeom prst="roundRect">
              <a:avLst>
                <a:gd name="adj" fmla="val 10000"/>
              </a:avLst>
            </a:prstGeom>
            <a:solidFill>
              <a:srgbClr val="1E40A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" name="Google Shape;2548;p6"/>
            <p:cNvSpPr txBox="1"/>
            <p:nvPr/>
          </p:nvSpPr>
          <p:spPr>
            <a:xfrm>
              <a:off x="6191250" y="2381250"/>
              <a:ext cx="2571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2875" tIns="142875" rIns="142875" bIns="1428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>
                  <a:solidFill>
                    <a:srgbClr val="BFDBFE"/>
                  </a:solidFill>
                  <a:latin typeface="Inter"/>
                  <a:ea typeface="Inter"/>
                  <a:cs typeface="Inter"/>
                  <a:sym typeface="Inter"/>
                </a:rPr>
                <a:t>TRẠNG THÁI</a:t>
              </a:r>
              <a:endParaRPr sz="1000" b="1">
                <a:solidFill>
                  <a:srgbClr val="BFDBFE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ctr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Indexed ✓</a:t>
              </a:r>
              <a:endParaRPr sz="16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ctr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BFDBFE"/>
                  </a:solidFill>
                  <a:latin typeface="Inter"/>
                  <a:ea typeface="Inter"/>
                  <a:cs typeface="Inter"/>
                  <a:sym typeface="Inter"/>
                </a:rPr>
                <a:t>Failed ✗ (kèm lý do)</a:t>
              </a:r>
              <a:endParaRPr sz="1000">
                <a:solidFill>
                  <a:srgbClr val="BFDBFE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101" name="Arrow9101"/>
            <p:cNvSpPr txBox="1"/>
            <p:nvPr/>
          </p:nvSpPr>
          <p:spPr>
            <a:xfrm>
              <a:off x="2971800" y="1371600"/>
              <a:ext cx="304800" cy="5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1">
              <a:noAutofit/>
            </a:bodyPr>
            <a:lstStyle/>
            <a:p>
              <a:pPr algn="ctr">
                <a:buNone/>
              </a:pPr>
              <a:r>
                <a:rPr lang="en-US" sz="2000" b="1">
                  <a:solidFill>
                    <a:srgbClr val="3B82F6"/>
                  </a:solidFill>
                </a:rPr>
                <a:t>→</a:t>
              </a:r>
            </a:p>
          </p:txBody>
        </p:sp>
        <p:sp>
          <p:nvSpPr>
            <p:cNvPr id="9102" name="Arrow9102"/>
            <p:cNvSpPr txBox="1"/>
            <p:nvPr/>
          </p:nvSpPr>
          <p:spPr>
            <a:xfrm>
              <a:off x="5880100" y="1371600"/>
              <a:ext cx="304800" cy="5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1">
              <a:noAutofit/>
            </a:bodyPr>
            <a:lstStyle/>
            <a:p>
              <a:pPr algn="ctr">
                <a:buNone/>
              </a:pPr>
              <a:r>
                <a:rPr lang="en-US" sz="2000" b="1">
                  <a:solidFill>
                    <a:srgbClr val="3B82F6"/>
                  </a:solidFill>
                </a:rPr>
                <a:t>→</a:t>
              </a:r>
            </a:p>
          </p:txBody>
        </p:sp>
        <p:sp>
          <p:nvSpPr>
            <p:cNvPr id="9103" name="Arrow9103"/>
            <p:cNvSpPr txBox="1"/>
            <p:nvPr/>
          </p:nvSpPr>
          <p:spPr>
            <a:xfrm>
              <a:off x="7112000" y="2133600"/>
              <a:ext cx="508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1">
              <a:noAutofit/>
            </a:bodyPr>
            <a:lstStyle/>
            <a:p>
              <a:pPr algn="ctr">
                <a:buNone/>
              </a:pPr>
              <a:r>
                <a:rPr lang="en-US" sz="2000" b="1">
                  <a:solidFill>
                    <a:srgbClr val="3B82F6"/>
                  </a:solidFill>
                </a:rPr>
                <a:t>↓</a:t>
              </a:r>
            </a:p>
          </p:txBody>
        </p:sp>
        <p:sp>
          <p:nvSpPr>
            <p:cNvPr id="9104" name="Arrow9104"/>
            <p:cNvSpPr txBox="1"/>
            <p:nvPr/>
          </p:nvSpPr>
          <p:spPr>
            <a:xfrm>
              <a:off x="2971800" y="2705100"/>
              <a:ext cx="304800" cy="5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1">
              <a:noAutofit/>
            </a:bodyPr>
            <a:lstStyle/>
            <a:p>
              <a:pPr algn="ctr">
                <a:buNone/>
              </a:pPr>
              <a:r>
                <a:rPr lang="en-US" sz="2000" b="1">
                  <a:solidFill>
                    <a:srgbClr val="3B82F6"/>
                  </a:solidFill>
                </a:rPr>
                <a:t>→</a:t>
              </a:r>
            </a:p>
          </p:txBody>
        </p:sp>
        <p:sp>
          <p:nvSpPr>
            <p:cNvPr id="9105" name="Arrow9105"/>
            <p:cNvSpPr txBox="1"/>
            <p:nvPr/>
          </p:nvSpPr>
          <p:spPr>
            <a:xfrm>
              <a:off x="5880100" y="2705100"/>
              <a:ext cx="304800" cy="5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1">
              <a:noAutofit/>
            </a:bodyPr>
            <a:lstStyle/>
            <a:p>
              <a:pPr algn="ctr">
                <a:buNone/>
              </a:pPr>
              <a:r>
                <a:rPr lang="en-US" sz="2000" b="1">
                  <a:solidFill>
                    <a:srgbClr val="3B82F6"/>
                  </a:solidFill>
                </a:rPr>
                <a:t>→</a:t>
              </a:r>
            </a:p>
          </p:txBody>
        </p:sp>
      </p:grpSp>
      <p:grpSp>
        <p:nvGrpSpPr>
          <p:cNvPr id="2549" name="Google Shape;2549;p6"/>
          <p:cNvGrpSpPr/>
          <p:nvPr/>
        </p:nvGrpSpPr>
        <p:grpSpPr>
          <a:xfrm>
            <a:off x="376238" y="3805238"/>
            <a:ext cx="8391600" cy="676200"/>
            <a:chOff x="376238" y="3805238"/>
            <a:chExt cx="8391600" cy="676200"/>
          </a:xfrm>
        </p:grpSpPr>
        <p:pic>
          <p:nvPicPr>
            <p:cNvPr id="2550" name="Google Shape;2550;p6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76238" y="3805238"/>
              <a:ext cx="8391600" cy="676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1" name="Google Shape;2551;p6"/>
            <p:cNvSpPr txBox="1"/>
            <p:nvPr/>
          </p:nvSpPr>
          <p:spPr>
            <a:xfrm>
              <a:off x="571500" y="3810000"/>
              <a:ext cx="8001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5250" tIns="95250" rIns="95250" bIns="952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1E40AF"/>
                  </a:solidFill>
                  <a:latin typeface="Inter"/>
                  <a:ea typeface="Inter"/>
                  <a:cs typeface="Inter"/>
                  <a:sym typeface="Inter"/>
                </a:rPr>
                <a:t>💡 </a:t>
              </a:r>
              <a:r>
                <a:rPr lang="en-US" sz="1200" b="1">
                  <a:solidFill>
                    <a:srgbClr val="1E40AF"/>
                  </a:solidFill>
                  <a:latin typeface="Inter"/>
                  <a:ea typeface="Inter"/>
                  <a:cs typeface="Inter"/>
                  <a:sym typeface="Inter"/>
                </a:rPr>
                <a:t>Mỗi đoạn giữ nguồn gốc đầy đủ:</a:t>
              </a:r>
              <a:r>
                <a:rPr lang="en-US" sz="1200">
                  <a:solidFill>
                    <a:srgbClr val="1E40AF"/>
                  </a:solidFill>
                  <a:latin typeface="Inter"/>
                  <a:ea typeface="Inter"/>
                  <a:cs typeface="Inter"/>
                  <a:sym typeface="Inter"/>
                </a:rPr>
                <a:t> tài liệu, heading, trang, vị trí ký tự — bắt buộc để trích dẫn chính xác.</a:t>
              </a:r>
              <a:endParaRPr sz="1200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9000" name="Footer Bar"/>
          <p:cNvSpPr/>
          <p:nvPr/>
        </p:nvSpPr>
        <p:spPr>
          <a:xfrm>
            <a:off x="0" y="4810125"/>
            <a:ext cx="9144000" cy="3333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lvl="0" indent="0" algn="l" rtl="0">
              <a:buNone/>
            </a:pPr>
            <a:endParaRPr/>
          </a:p>
        </p:txBody>
      </p:sp>
      <p:sp>
        <p:nvSpPr>
          <p:cNvPr id="9001" name="Accent Corner TL"/>
          <p:cNvSpPr/>
          <p:nvPr/>
        </p:nvSpPr>
        <p:spPr>
          <a:xfrm rot="10800000">
            <a:off x="13" y="83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02" name="Accent Corner BR"/>
          <p:cNvSpPr/>
          <p:nvPr/>
        </p:nvSpPr>
        <p:spPr>
          <a:xfrm>
            <a:off x="8607287" y="4680817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grpSp>
        <p:nvGrpSpPr>
          <p:cNvPr id="9009" name="Sidebar Accent"/>
          <p:cNvGrpSpPr/>
          <p:nvPr/>
        </p:nvGrpSpPr>
        <p:grpSpPr>
          <a:xfrm>
            <a:off x="12020" y="3471966"/>
            <a:ext cx="325800" cy="1671646"/>
            <a:chOff x="16026" y="4629289"/>
            <a:chExt cx="434400" cy="2228861"/>
          </a:xfrm>
        </p:grpSpPr>
        <p:sp>
          <p:nvSpPr>
            <p:cNvPr id="9010" name="Bar0"/>
            <p:cNvSpPr/>
            <p:nvPr/>
          </p:nvSpPr>
          <p:spPr>
            <a:xfrm>
              <a:off x="16026" y="4629289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11" name="Bar1"/>
            <p:cNvSpPr/>
            <p:nvPr/>
          </p:nvSpPr>
          <p:spPr>
            <a:xfrm>
              <a:off x="16026" y="5005641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12" name="Bar2"/>
            <p:cNvSpPr/>
            <p:nvPr/>
          </p:nvSpPr>
          <p:spPr>
            <a:xfrm>
              <a:off x="16026" y="5381993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13" name="Bar3"/>
            <p:cNvSpPr/>
            <p:nvPr/>
          </p:nvSpPr>
          <p:spPr>
            <a:xfrm>
              <a:off x="16026" y="5758345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14" name="Bar4"/>
            <p:cNvSpPr/>
            <p:nvPr/>
          </p:nvSpPr>
          <p:spPr>
            <a:xfrm>
              <a:off x="16026" y="6134697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15" name="Bar5"/>
            <p:cNvSpPr/>
            <p:nvPr/>
          </p:nvSpPr>
          <p:spPr>
            <a:xfrm>
              <a:off x="16026" y="6511050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</p:grpSp>
      <p:sp>
        <p:nvSpPr>
          <p:cNvPr id="9003" name="Footer Dot"/>
          <p:cNvSpPr/>
          <p:nvPr/>
        </p:nvSpPr>
        <p:spPr>
          <a:xfrm>
            <a:off x="69722" y="4907206"/>
            <a:ext cx="210300" cy="2103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04" name="Footer Uni Text"/>
          <p:cNvSpPr txBox="1"/>
          <p:nvPr/>
        </p:nvSpPr>
        <p:spPr>
          <a:xfrm>
            <a:off x="381000" y="48768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Trường Đại học Công nghệ Thông tin, ĐHQG-HCM</a:t>
            </a:r>
          </a:p>
        </p:txBody>
      </p:sp>
      <p:sp>
        <p:nvSpPr>
          <p:cNvPr id="9500" name="PageNumber"/>
          <p:cNvSpPr txBox="1"/>
          <p:nvPr/>
        </p:nvSpPr>
        <p:spPr>
          <a:xfrm>
            <a:off x="7620000" y="4876800"/>
            <a:ext cx="762000" cy="1778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r>
              <a:rPr lang="en-US" sz="1400">
                <a:solidFill>
                  <a:srgbClr val="64748B"/>
                </a:solidFill>
                <a:latin typeface="Inter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875545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6" name="Google Shape;2556;p7"/>
          <p:cNvSpPr/>
          <p:nvPr/>
        </p:nvSpPr>
        <p:spPr>
          <a:xfrm rot="10800000">
            <a:off x="-1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7" name="Google Shape;2557;p7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8" name="Google Shape;2558;p7"/>
          <p:cNvSpPr txBox="1">
            <a:spLocks noGrp="1"/>
          </p:cNvSpPr>
          <p:nvPr>
            <p:ph type="title"/>
          </p:nvPr>
        </p:nvSpPr>
        <p:spPr>
          <a:xfrm>
            <a:off x="381000" y="0"/>
            <a:ext cx="8382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Luồng hỏi-đáp (Query)</a:t>
            </a:r>
            <a:endParaRPr sz="2800" b="1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559" name="Google Shape;2559;p7"/>
          <p:cNvGrpSpPr/>
          <p:nvPr/>
        </p:nvGrpSpPr>
        <p:grpSpPr>
          <a:xfrm>
            <a:off x="381000" y="1047750"/>
            <a:ext cx="2571900" cy="952500"/>
            <a:chOff x="381000" y="1047750"/>
            <a:chExt cx="2571900" cy="952500"/>
          </a:xfrm>
        </p:grpSpPr>
        <p:sp>
          <p:nvSpPr>
            <p:cNvPr id="2560" name="Google Shape;2560;p7"/>
            <p:cNvSpPr/>
            <p:nvPr/>
          </p:nvSpPr>
          <p:spPr>
            <a:xfrm>
              <a:off x="381000" y="1047750"/>
              <a:ext cx="2571900" cy="952500"/>
            </a:xfrm>
            <a:prstGeom prst="roundRect">
              <a:avLst>
                <a:gd name="adj" fmla="val 12000"/>
              </a:avLst>
            </a:prstGeom>
            <a:solidFill>
              <a:srgbClr val="EFF6FF"/>
            </a:solidFill>
            <a:ln w="19050" cap="flat" cmpd="sng">
              <a:solidFill>
                <a:srgbClr val="3B82F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7"/>
            <p:cNvSpPr txBox="1"/>
            <p:nvPr/>
          </p:nvSpPr>
          <p:spPr>
            <a:xfrm>
              <a:off x="381000" y="1047750"/>
              <a:ext cx="25719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5250" tIns="95250" rIns="95250" bIns="952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BƯỚC 01</a:t>
              </a:r>
              <a:endParaRPr sz="1100" b="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ctr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1E40AF"/>
                  </a:solidFill>
                  <a:latin typeface="Inter"/>
                  <a:ea typeface="Inter"/>
                  <a:cs typeface="Inter"/>
                  <a:sym typeface="Inter"/>
                </a:rPr>
                <a:t>Viết lại câu hỏi</a:t>
              </a:r>
              <a:endParaRPr sz="1400" b="1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2562" name="Google Shape;2562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00375" y="1514475"/>
            <a:ext cx="190500" cy="1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63" name="Google Shape;2563;p7"/>
          <p:cNvGrpSpPr/>
          <p:nvPr/>
        </p:nvGrpSpPr>
        <p:grpSpPr>
          <a:xfrm>
            <a:off x="3286125" y="1047750"/>
            <a:ext cx="2571900" cy="952500"/>
            <a:chOff x="3286125" y="1047750"/>
            <a:chExt cx="2571900" cy="952500"/>
          </a:xfrm>
        </p:grpSpPr>
        <p:sp>
          <p:nvSpPr>
            <p:cNvPr id="2564" name="Google Shape;2564;p7"/>
            <p:cNvSpPr/>
            <p:nvPr/>
          </p:nvSpPr>
          <p:spPr>
            <a:xfrm>
              <a:off x="3286125" y="1047750"/>
              <a:ext cx="2571900" cy="952500"/>
            </a:xfrm>
            <a:prstGeom prst="roundRect">
              <a:avLst>
                <a:gd name="adj" fmla="val 12000"/>
              </a:avLst>
            </a:prstGeom>
            <a:solidFill>
              <a:srgbClr val="EFF6FF"/>
            </a:solidFill>
            <a:ln w="19050" cap="flat" cmpd="sng">
              <a:solidFill>
                <a:srgbClr val="3B82F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7"/>
            <p:cNvSpPr txBox="1"/>
            <p:nvPr/>
          </p:nvSpPr>
          <p:spPr>
            <a:xfrm>
              <a:off x="3286125" y="1047750"/>
              <a:ext cx="25719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5250" tIns="95250" rIns="95250" bIns="952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BƯỚC 02</a:t>
              </a:r>
              <a:endParaRPr sz="1100" b="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ctr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1E40AF"/>
                  </a:solidFill>
                  <a:latin typeface="Inter"/>
                  <a:ea typeface="Inter"/>
                  <a:cs typeface="Inter"/>
                  <a:sym typeface="Inter"/>
                </a:rPr>
                <a:t>Tạo vector câu hỏi</a:t>
              </a:r>
              <a:endParaRPr sz="1400" b="1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2566" name="Google Shape;2566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05500" y="1514475"/>
            <a:ext cx="190500" cy="1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67" name="Google Shape;2567;p7"/>
          <p:cNvGrpSpPr/>
          <p:nvPr/>
        </p:nvGrpSpPr>
        <p:grpSpPr>
          <a:xfrm>
            <a:off x="6191250" y="1047750"/>
            <a:ext cx="2571900" cy="952500"/>
            <a:chOff x="6191250" y="1047750"/>
            <a:chExt cx="2571900" cy="952500"/>
          </a:xfrm>
        </p:grpSpPr>
        <p:sp>
          <p:nvSpPr>
            <p:cNvPr id="2568" name="Google Shape;2568;p7"/>
            <p:cNvSpPr/>
            <p:nvPr/>
          </p:nvSpPr>
          <p:spPr>
            <a:xfrm>
              <a:off x="6191250" y="1047750"/>
              <a:ext cx="2571900" cy="952500"/>
            </a:xfrm>
            <a:prstGeom prst="roundRect">
              <a:avLst>
                <a:gd name="adj" fmla="val 12000"/>
              </a:avLst>
            </a:prstGeom>
            <a:solidFill>
              <a:srgbClr val="EFF6FF"/>
            </a:solidFill>
            <a:ln w="19050" cap="flat" cmpd="sng">
              <a:solidFill>
                <a:srgbClr val="3B82F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7"/>
            <p:cNvSpPr txBox="1"/>
            <p:nvPr/>
          </p:nvSpPr>
          <p:spPr>
            <a:xfrm>
              <a:off x="6191250" y="1047750"/>
              <a:ext cx="25719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5250" tIns="95250" rIns="95250" bIns="952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BƯỚC 03</a:t>
              </a:r>
              <a:endParaRPr sz="1100" b="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ctr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1E40AF"/>
                  </a:solidFill>
                  <a:latin typeface="Inter"/>
                  <a:ea typeface="Inter"/>
                  <a:cs typeface="Inter"/>
                  <a:sym typeface="Inter"/>
                </a:rPr>
                <a:t>Hybrid retrieve</a:t>
              </a:r>
              <a:endParaRPr sz="1400" b="1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(ngữ nghĩa + từ khoá)</a:t>
              </a:r>
              <a:endParaRPr sz="1000" b="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2570" name="Google Shape;2570;p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657350" y="2047875"/>
            <a:ext cx="5829300" cy="190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71" name="Google Shape;2571;p7"/>
          <p:cNvGrpSpPr/>
          <p:nvPr/>
        </p:nvGrpSpPr>
        <p:grpSpPr>
          <a:xfrm>
            <a:off x="381000" y="2333625"/>
            <a:ext cx="2571900" cy="952500"/>
            <a:chOff x="381000" y="2333625"/>
            <a:chExt cx="2571900" cy="952500"/>
          </a:xfrm>
        </p:grpSpPr>
        <p:sp>
          <p:nvSpPr>
            <p:cNvPr id="2572" name="Google Shape;2572;p7"/>
            <p:cNvSpPr/>
            <p:nvPr/>
          </p:nvSpPr>
          <p:spPr>
            <a:xfrm>
              <a:off x="381000" y="2333625"/>
              <a:ext cx="2571900" cy="952500"/>
            </a:xfrm>
            <a:prstGeom prst="roundRect">
              <a:avLst>
                <a:gd name="adj" fmla="val 12000"/>
              </a:avLst>
            </a:prstGeom>
            <a:solidFill>
              <a:srgbClr val="EFF6FF"/>
            </a:solidFill>
            <a:ln w="19050" cap="flat" cmpd="sng">
              <a:solidFill>
                <a:srgbClr val="3B82F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7"/>
            <p:cNvSpPr txBox="1"/>
            <p:nvPr/>
          </p:nvSpPr>
          <p:spPr>
            <a:xfrm>
              <a:off x="381000" y="2333625"/>
              <a:ext cx="25719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5250" tIns="95250" rIns="95250" bIns="952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BƯỚC 04</a:t>
              </a:r>
              <a:endParaRPr sz="1100" b="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ctr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1E40AF"/>
                  </a:solidFill>
                  <a:latin typeface="Inter"/>
                  <a:ea typeface="Inter"/>
                  <a:cs typeface="Inter"/>
                  <a:sym typeface="Inter"/>
                </a:rPr>
                <a:t>Rerank</a:t>
              </a:r>
              <a:endParaRPr sz="1400" b="1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(chấm lại độ liên quan)</a:t>
              </a:r>
              <a:endParaRPr sz="1000" b="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2574" name="Google Shape;2574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00375" y="2800350"/>
            <a:ext cx="190500" cy="1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75" name="Google Shape;2575;p7"/>
          <p:cNvGrpSpPr/>
          <p:nvPr/>
        </p:nvGrpSpPr>
        <p:grpSpPr>
          <a:xfrm>
            <a:off x="3286125" y="2333625"/>
            <a:ext cx="2571900" cy="952500"/>
            <a:chOff x="3286125" y="2333625"/>
            <a:chExt cx="2571900" cy="952500"/>
          </a:xfrm>
        </p:grpSpPr>
        <p:sp>
          <p:nvSpPr>
            <p:cNvPr id="2576" name="Google Shape;2576;p7"/>
            <p:cNvSpPr/>
            <p:nvPr/>
          </p:nvSpPr>
          <p:spPr>
            <a:xfrm>
              <a:off x="3286125" y="2333625"/>
              <a:ext cx="2571900" cy="952500"/>
            </a:xfrm>
            <a:prstGeom prst="roundRect">
              <a:avLst>
                <a:gd name="adj" fmla="val 12000"/>
              </a:avLst>
            </a:prstGeom>
            <a:solidFill>
              <a:srgbClr val="EFF6FF"/>
            </a:solidFill>
            <a:ln w="19050" cap="flat" cmpd="sng">
              <a:solidFill>
                <a:srgbClr val="3B82F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2577;p7"/>
            <p:cNvSpPr txBox="1"/>
            <p:nvPr/>
          </p:nvSpPr>
          <p:spPr>
            <a:xfrm>
              <a:off x="3286125" y="2333625"/>
              <a:ext cx="25719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5250" tIns="95250" rIns="95250" bIns="952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BƯỚC 05</a:t>
              </a:r>
              <a:endParaRPr sz="1100" b="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ctr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1E40AF"/>
                  </a:solidFill>
                  <a:latin typeface="Inter"/>
                  <a:ea typeface="Inter"/>
                  <a:cs typeface="Inter"/>
                  <a:sym typeface="Inter"/>
                </a:rPr>
                <a:t>Ghép ngữ cảnh</a:t>
              </a:r>
              <a:endParaRPr sz="1400" b="1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2578" name="Google Shape;2578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05500" y="2800350"/>
            <a:ext cx="190500" cy="1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79" name="Google Shape;2579;p7"/>
          <p:cNvGrpSpPr/>
          <p:nvPr/>
        </p:nvGrpSpPr>
        <p:grpSpPr>
          <a:xfrm>
            <a:off x="6191250" y="2333625"/>
            <a:ext cx="2571900" cy="952500"/>
            <a:chOff x="6191250" y="2333625"/>
            <a:chExt cx="2571900" cy="952500"/>
          </a:xfrm>
        </p:grpSpPr>
        <p:sp>
          <p:nvSpPr>
            <p:cNvPr id="2580" name="Google Shape;2580;p7"/>
            <p:cNvSpPr/>
            <p:nvPr/>
          </p:nvSpPr>
          <p:spPr>
            <a:xfrm>
              <a:off x="6191250" y="2333625"/>
              <a:ext cx="2571900" cy="952500"/>
            </a:xfrm>
            <a:prstGeom prst="roundRect">
              <a:avLst>
                <a:gd name="adj" fmla="val 12000"/>
              </a:avLst>
            </a:prstGeom>
            <a:solidFill>
              <a:srgbClr val="1E40A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2581;p7"/>
            <p:cNvSpPr txBox="1"/>
            <p:nvPr/>
          </p:nvSpPr>
          <p:spPr>
            <a:xfrm>
              <a:off x="6191250" y="2333625"/>
              <a:ext cx="25719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5250" tIns="95250" rIns="95250" bIns="952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BFDBFE"/>
                  </a:solidFill>
                  <a:latin typeface="Inter"/>
                  <a:ea typeface="Inter"/>
                  <a:cs typeface="Inter"/>
                  <a:sym typeface="Inter"/>
                </a:rPr>
                <a:t>KẾT QUẢ</a:t>
              </a:r>
              <a:endParaRPr sz="1100" b="0">
                <a:solidFill>
                  <a:srgbClr val="BFDBFE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ctr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Sinh câu trả lời</a:t>
              </a:r>
              <a:endParaRPr sz="14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>
                  <a:solidFill>
                    <a:srgbClr val="BFDBFE"/>
                  </a:solidFill>
                  <a:latin typeface="Inter"/>
                  <a:ea typeface="Inter"/>
                  <a:cs typeface="Inter"/>
                  <a:sym typeface="Inter"/>
                </a:rPr>
                <a:t>+ trích dẫn</a:t>
              </a:r>
              <a:endParaRPr sz="1000" b="0">
                <a:solidFill>
                  <a:srgbClr val="BFDBFE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582" name="Google Shape;2582;p7"/>
          <p:cNvSpPr/>
          <p:nvPr/>
        </p:nvSpPr>
        <p:spPr>
          <a:xfrm>
            <a:off x="381000" y="3619500"/>
            <a:ext cx="8382000" cy="57150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3" name="Google Shape;2583;p7"/>
          <p:cNvSpPr txBox="1"/>
          <p:nvPr/>
        </p:nvSpPr>
        <p:spPr>
          <a:xfrm>
            <a:off x="571500" y="3619500"/>
            <a:ext cx="8001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💡 </a:t>
            </a:r>
            <a:r>
              <a:rPr lang="en-US" sz="1200" b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Hybrid retrieve + rerank</a:t>
            </a:r>
            <a:r>
              <a:rPr lang="en-US" sz="1200" b="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 là 2 bước then chốt giúp hệ thống vượt qua giai đoạn "demo" để đạt độ chính xác thực tế.</a:t>
            </a:r>
            <a:endParaRPr sz="1200" b="0">
              <a:solidFill>
                <a:srgbClr val="475569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584" name="Google Shape;2584;p7"/>
          <p:cNvSpPr/>
          <p:nvPr/>
        </p:nvSpPr>
        <p:spPr>
          <a:xfrm>
            <a:off x="0" y="4810125"/>
            <a:ext cx="9144000" cy="3333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01" name="Accent Corner TL"/>
          <p:cNvSpPr/>
          <p:nvPr/>
        </p:nvSpPr>
        <p:spPr>
          <a:xfrm rot="10800000">
            <a:off x="13" y="83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02" name="Accent Corner BR"/>
          <p:cNvSpPr/>
          <p:nvPr/>
        </p:nvSpPr>
        <p:spPr>
          <a:xfrm>
            <a:off x="8607287" y="4680817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grpSp>
        <p:nvGrpSpPr>
          <p:cNvPr id="9009" name="Sidebar Accent"/>
          <p:cNvGrpSpPr/>
          <p:nvPr/>
        </p:nvGrpSpPr>
        <p:grpSpPr>
          <a:xfrm>
            <a:off x="12020" y="3471966"/>
            <a:ext cx="325800" cy="1671646"/>
            <a:chOff x="16026" y="4629289"/>
            <a:chExt cx="434400" cy="2228861"/>
          </a:xfrm>
        </p:grpSpPr>
        <p:sp>
          <p:nvSpPr>
            <p:cNvPr id="9010" name="Bar0"/>
            <p:cNvSpPr/>
            <p:nvPr/>
          </p:nvSpPr>
          <p:spPr>
            <a:xfrm>
              <a:off x="16026" y="4629289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11" name="Bar1"/>
            <p:cNvSpPr/>
            <p:nvPr/>
          </p:nvSpPr>
          <p:spPr>
            <a:xfrm>
              <a:off x="16026" y="5005641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12" name="Bar2"/>
            <p:cNvSpPr/>
            <p:nvPr/>
          </p:nvSpPr>
          <p:spPr>
            <a:xfrm>
              <a:off x="16026" y="5381993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13" name="Bar3"/>
            <p:cNvSpPr/>
            <p:nvPr/>
          </p:nvSpPr>
          <p:spPr>
            <a:xfrm>
              <a:off x="16026" y="5758345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14" name="Bar4"/>
            <p:cNvSpPr/>
            <p:nvPr/>
          </p:nvSpPr>
          <p:spPr>
            <a:xfrm>
              <a:off x="16026" y="6134697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15" name="Bar5"/>
            <p:cNvSpPr/>
            <p:nvPr/>
          </p:nvSpPr>
          <p:spPr>
            <a:xfrm>
              <a:off x="16026" y="6511050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</p:grpSp>
      <p:sp>
        <p:nvSpPr>
          <p:cNvPr id="9003" name="Footer Dot"/>
          <p:cNvSpPr/>
          <p:nvPr/>
        </p:nvSpPr>
        <p:spPr>
          <a:xfrm>
            <a:off x="69722" y="4907206"/>
            <a:ext cx="210300" cy="2103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04" name="Footer Uni Text"/>
          <p:cNvSpPr txBox="1"/>
          <p:nvPr/>
        </p:nvSpPr>
        <p:spPr>
          <a:xfrm>
            <a:off x="381000" y="48768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Trường Đại học Công nghệ Thông tin, ĐHQG-HCM</a:t>
            </a:r>
          </a:p>
        </p:txBody>
      </p:sp>
      <p:sp>
        <p:nvSpPr>
          <p:cNvPr id="9500" name="PageNumber"/>
          <p:cNvSpPr txBox="1"/>
          <p:nvPr/>
        </p:nvSpPr>
        <p:spPr>
          <a:xfrm>
            <a:off x="7620000" y="4876800"/>
            <a:ext cx="762000" cy="1778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r>
              <a:rPr lang="en-US" sz="1400">
                <a:solidFill>
                  <a:srgbClr val="64748B"/>
                </a:solidFill>
                <a:latin typeface="Inter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2908934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9" name="Google Shape;2589;p8"/>
          <p:cNvSpPr txBox="1">
            <a:spLocks noGrp="1"/>
          </p:cNvSpPr>
          <p:nvPr>
            <p:ph type="title"/>
          </p:nvPr>
        </p:nvSpPr>
        <p:spPr>
          <a:xfrm>
            <a:off x="580609" y="167973"/>
            <a:ext cx="7935000" cy="5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3300"/>
              <a:buNone/>
            </a:pPr>
            <a:r>
              <a:rPr lang="en-US" sz="2400"/>
              <a:t>Vì sao chọn công nghệ này</a:t>
            </a:r>
            <a:endParaRPr/>
          </a:p>
        </p:txBody>
      </p:sp>
      <p:sp>
        <p:nvSpPr>
          <p:cNvPr id="2590" name="Google Shape;2590;p8"/>
          <p:cNvSpPr txBox="1">
            <a:spLocks noGrp="1"/>
          </p:cNvSpPr>
          <p:nvPr>
            <p:ph type="body" idx="1"/>
          </p:nvPr>
        </p:nvSpPr>
        <p:spPr>
          <a:xfrm>
            <a:off x="580609" y="925368"/>
            <a:ext cx="7935000" cy="3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61950" algn="just" rtl="0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SzPts val="2100"/>
              <a:buChar char="•"/>
            </a:pPr>
            <a:r>
              <a:rPr lang="en-US" sz="1500"/>
              <a:t>PostgreSQL + pgvector: 1 database duy nhất, không cần đồng bộ 2 hệ thống.</a:t>
            </a:r>
            <a:endParaRPr/>
          </a:p>
          <a:p>
            <a:pPr marL="457200" lvl="0" indent="-361950" algn="just" rtl="0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SzPts val="2100"/>
              <a:buChar char="•"/>
            </a:pPr>
            <a:r>
              <a:rPr lang="en-US" sz="1500"/>
              <a:t>BGE-M3 + Gemma (self-host qua Ollama): miễn phí, dữ liệu không ra ngoài.</a:t>
            </a:r>
            <a:endParaRPr/>
          </a:p>
          <a:p>
            <a:pPr marL="457200" lvl="0" indent="-361950" algn="just" rtl="0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SzPts val="2100"/>
              <a:buChar char="•"/>
            </a:pPr>
            <a:r>
              <a:rPr lang="en-US" sz="1500"/>
              <a:t>Reranker: sidecar Python riêng — cross-encoder, không chạy qua Ollama được.</a:t>
            </a:r>
            <a:endParaRPr/>
          </a:p>
          <a:p>
            <a:pPr marL="457200" lvl="0" indent="-361950" algn="just" rtl="0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SzPts val="2100"/>
              <a:buChar char="•"/>
            </a:pPr>
            <a:r>
              <a:rPr lang="en-US" sz="1500"/>
              <a:t>Mọi model đứng sau 1 interface — đổi model là đổi config, không sửa code.</a:t>
            </a:r>
            <a:endParaRPr/>
          </a:p>
        </p:txBody>
      </p:sp>
      <p:sp>
        <p:nvSpPr>
          <p:cNvPr id="9500" name="PageNumber"/>
          <p:cNvSpPr txBox="1"/>
          <p:nvPr/>
        </p:nvSpPr>
        <p:spPr>
          <a:xfrm>
            <a:off x="8178800" y="4864100"/>
            <a:ext cx="508000" cy="203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r>
              <a:rPr lang="en-US" sz="1400">
                <a:solidFill>
                  <a:srgbClr val="64748B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302323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5" name="Google Shape;2595;p9"/>
          <p:cNvSpPr/>
          <p:nvPr/>
        </p:nvSpPr>
        <p:spPr>
          <a:xfrm rot="10800000">
            <a:off x="-1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6" name="Google Shape;2596;p9"/>
          <p:cNvSpPr/>
          <p:nvPr/>
        </p:nvSpPr>
        <p:spPr>
          <a:xfrm rot="10800000">
            <a:off x="13" y="83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97" name="Google Shape;2597;p9"/>
          <p:cNvGrpSpPr/>
          <p:nvPr/>
        </p:nvGrpSpPr>
        <p:grpSpPr>
          <a:xfrm>
            <a:off x="43967" y="40719"/>
            <a:ext cx="2152257" cy="1172534"/>
            <a:chOff x="44974" y="27296"/>
            <a:chExt cx="2869676" cy="1563379"/>
          </a:xfrm>
        </p:grpSpPr>
        <p:cxnSp>
          <p:nvCxnSpPr>
            <p:cNvPr id="2598" name="Google Shape;2598;p9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2599" name="Google Shape;2599;p9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2600" name="Google Shape;2600;p9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2601" name="Google Shape;2601;p9"/>
          <p:cNvSpPr/>
          <p:nvPr/>
        </p:nvSpPr>
        <p:spPr>
          <a:xfrm>
            <a:off x="8607287" y="4680817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2" name="Google Shape;2602;p9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03" name="Google Shape;2603;p9"/>
          <p:cNvGrpSpPr/>
          <p:nvPr/>
        </p:nvGrpSpPr>
        <p:grpSpPr>
          <a:xfrm>
            <a:off x="12020" y="3471966"/>
            <a:ext cx="325800" cy="1671646"/>
            <a:chOff x="16026" y="4629289"/>
            <a:chExt cx="434400" cy="2228861"/>
          </a:xfrm>
        </p:grpSpPr>
        <p:sp>
          <p:nvSpPr>
            <p:cNvPr id="2604" name="Google Shape;2604;p9"/>
            <p:cNvSpPr/>
            <p:nvPr/>
          </p:nvSpPr>
          <p:spPr>
            <a:xfrm>
              <a:off x="16026" y="4629289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5" name="Google Shape;2605;p9"/>
            <p:cNvSpPr/>
            <p:nvPr/>
          </p:nvSpPr>
          <p:spPr>
            <a:xfrm>
              <a:off x="16026" y="5005641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6" name="Google Shape;2606;p9"/>
            <p:cNvSpPr/>
            <p:nvPr/>
          </p:nvSpPr>
          <p:spPr>
            <a:xfrm>
              <a:off x="16026" y="5381993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7" name="Google Shape;2607;p9"/>
            <p:cNvSpPr/>
            <p:nvPr/>
          </p:nvSpPr>
          <p:spPr>
            <a:xfrm>
              <a:off x="16026" y="5758345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8" name="Google Shape;2608;p9"/>
            <p:cNvSpPr/>
            <p:nvPr/>
          </p:nvSpPr>
          <p:spPr>
            <a:xfrm>
              <a:off x="16026" y="6134697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9" name="Google Shape;2609;p9"/>
            <p:cNvSpPr/>
            <p:nvPr/>
          </p:nvSpPr>
          <p:spPr>
            <a:xfrm>
              <a:off x="16026" y="6511050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10" name="Google Shape;2610;p9"/>
          <p:cNvSpPr txBox="1">
            <a:spLocks noGrp="1"/>
          </p:cNvSpPr>
          <p:nvPr>
            <p:ph type="title"/>
          </p:nvPr>
        </p:nvSpPr>
        <p:spPr>
          <a:xfrm>
            <a:off x="381000" y="0"/>
            <a:ext cx="8382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Đo lường chất lượng</a:t>
            </a:r>
            <a:endParaRPr sz="2800" b="1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11" name="Google Shape;2611;p9"/>
          <p:cNvSpPr/>
          <p:nvPr/>
        </p:nvSpPr>
        <p:spPr>
          <a:xfrm>
            <a:off x="69722" y="4907206"/>
            <a:ext cx="210300" cy="2103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12" name="Google Shape;2612;p9"/>
          <p:cNvGrpSpPr/>
          <p:nvPr/>
        </p:nvGrpSpPr>
        <p:grpSpPr>
          <a:xfrm>
            <a:off x="381000" y="952500"/>
            <a:ext cx="4095900" cy="952500"/>
            <a:chOff x="381000" y="952500"/>
            <a:chExt cx="4095900" cy="952500"/>
          </a:xfrm>
        </p:grpSpPr>
        <p:sp>
          <p:nvSpPr>
            <p:cNvPr id="2613" name="Google Shape;2613;p9"/>
            <p:cNvSpPr/>
            <p:nvPr/>
          </p:nvSpPr>
          <p:spPr>
            <a:xfrm>
              <a:off x="381000" y="952500"/>
              <a:ext cx="4095900" cy="952500"/>
            </a:xfrm>
            <a:prstGeom prst="roundRect">
              <a:avLst>
                <a:gd name="adj" fmla="val 12000"/>
              </a:avLst>
            </a:prstGeom>
            <a:solidFill>
              <a:srgbClr val="EFF6FF"/>
            </a:solidFill>
            <a:ln w="19050" cap="flat" cmpd="sng">
              <a:solidFill>
                <a:srgbClr val="3B82F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9"/>
            <p:cNvSpPr txBox="1"/>
            <p:nvPr/>
          </p:nvSpPr>
          <p:spPr>
            <a:xfrm>
              <a:off x="381000" y="952500"/>
              <a:ext cx="40959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2875" tIns="142875" rIns="142875" bIns="1428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RETRIEVAL METRIC</a:t>
              </a:r>
              <a:endParaRPr sz="1000" b="1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1E40AF"/>
                  </a:solidFill>
                  <a:latin typeface="Inter"/>
                  <a:ea typeface="Inter"/>
                  <a:cs typeface="Inter"/>
                  <a:sym typeface="Inter"/>
                </a:rPr>
                <a:t>Recall@k</a:t>
              </a:r>
              <a:endParaRPr sz="1400" b="1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1E40AF"/>
                  </a:solidFill>
                  <a:latin typeface="Inter"/>
                  <a:ea typeface="Inter"/>
                  <a:cs typeface="Inter"/>
                  <a:sym typeface="Inter"/>
                </a:rPr>
                <a:t>Đoạn đúng có nằm trong top-k tìm được không.</a:t>
              </a:r>
              <a:endParaRPr sz="1100" b="0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615" name="Google Shape;2615;p9"/>
          <p:cNvGrpSpPr/>
          <p:nvPr/>
        </p:nvGrpSpPr>
        <p:grpSpPr>
          <a:xfrm rot="10800000">
            <a:off x="6949022" y="3934533"/>
            <a:ext cx="2152257" cy="1172534"/>
            <a:chOff x="44974" y="27296"/>
            <a:chExt cx="2869676" cy="1563379"/>
          </a:xfrm>
        </p:grpSpPr>
        <p:cxnSp>
          <p:nvCxnSpPr>
            <p:cNvPr id="2616" name="Google Shape;2616;p9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2617" name="Google Shape;2617;p9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2618" name="Google Shape;2618;p9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grpSp>
        <p:nvGrpSpPr>
          <p:cNvPr id="2619" name="Google Shape;2619;p9"/>
          <p:cNvGrpSpPr/>
          <p:nvPr/>
        </p:nvGrpSpPr>
        <p:grpSpPr>
          <a:xfrm>
            <a:off x="4667250" y="952500"/>
            <a:ext cx="4095900" cy="952500"/>
            <a:chOff x="4667250" y="952500"/>
            <a:chExt cx="4095900" cy="952500"/>
          </a:xfrm>
        </p:grpSpPr>
        <p:sp>
          <p:nvSpPr>
            <p:cNvPr id="2620" name="Google Shape;2620;p9"/>
            <p:cNvSpPr/>
            <p:nvPr/>
          </p:nvSpPr>
          <p:spPr>
            <a:xfrm>
              <a:off x="4667250" y="952500"/>
              <a:ext cx="4095900" cy="952500"/>
            </a:xfrm>
            <a:prstGeom prst="roundRect">
              <a:avLst>
                <a:gd name="adj" fmla="val 12000"/>
              </a:avLst>
            </a:prstGeom>
            <a:solidFill>
              <a:srgbClr val="EFF6FF"/>
            </a:solidFill>
            <a:ln w="19050" cap="flat" cmpd="sng">
              <a:solidFill>
                <a:srgbClr val="3B82F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1" name="Google Shape;2621;p9"/>
            <p:cNvSpPr txBox="1"/>
            <p:nvPr/>
          </p:nvSpPr>
          <p:spPr>
            <a:xfrm>
              <a:off x="4667250" y="952500"/>
              <a:ext cx="40959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2875" tIns="142875" rIns="142875" bIns="1428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RANKING METRIC</a:t>
              </a:r>
              <a:endParaRPr sz="1000" b="1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1E40AF"/>
                  </a:solidFill>
                  <a:latin typeface="Inter"/>
                  <a:ea typeface="Inter"/>
                  <a:cs typeface="Inter"/>
                  <a:sym typeface="Inter"/>
                </a:rPr>
                <a:t>MRR</a:t>
              </a:r>
              <a:endParaRPr sz="1400" b="1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1E40AF"/>
                  </a:solidFill>
                  <a:latin typeface="Inter"/>
                  <a:ea typeface="Inter"/>
                  <a:cs typeface="Inter"/>
                  <a:sym typeface="Inter"/>
                </a:rPr>
                <a:t>Đoạn đúng được xếp hạng cao đến đâu.</a:t>
              </a:r>
              <a:endParaRPr sz="1100" b="0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622" name="Google Shape;2622;p9"/>
          <p:cNvGrpSpPr/>
          <p:nvPr/>
        </p:nvGrpSpPr>
        <p:grpSpPr>
          <a:xfrm>
            <a:off x="381000" y="2047875"/>
            <a:ext cx="4095900" cy="952500"/>
            <a:chOff x="381000" y="2047875"/>
            <a:chExt cx="4095900" cy="952500"/>
          </a:xfrm>
        </p:grpSpPr>
        <p:sp>
          <p:nvSpPr>
            <p:cNvPr id="2623" name="Google Shape;2623;p9"/>
            <p:cNvSpPr/>
            <p:nvPr/>
          </p:nvSpPr>
          <p:spPr>
            <a:xfrm>
              <a:off x="381000" y="2047875"/>
              <a:ext cx="4095900" cy="952500"/>
            </a:xfrm>
            <a:prstGeom prst="roundRect">
              <a:avLst>
                <a:gd name="adj" fmla="val 12000"/>
              </a:avLst>
            </a:prstGeom>
            <a:solidFill>
              <a:srgbClr val="EFF6FF"/>
            </a:solidFill>
            <a:ln w="19050" cap="flat" cmpd="sng">
              <a:solidFill>
                <a:srgbClr val="3B82F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4" name="Google Shape;2624;p9"/>
            <p:cNvSpPr txBox="1"/>
            <p:nvPr/>
          </p:nvSpPr>
          <p:spPr>
            <a:xfrm>
              <a:off x="381000" y="2047875"/>
              <a:ext cx="40959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2875" tIns="142875" rIns="142875" bIns="1428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 dirty="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GENERATION METRIC</a:t>
              </a:r>
              <a:endParaRPr sz="1000" b="1" dirty="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400" b="1" dirty="0" err="1">
                  <a:solidFill>
                    <a:srgbClr val="1E40AF"/>
                  </a:solidFill>
                  <a:latin typeface="Inter"/>
                  <a:ea typeface="Inter"/>
                  <a:cs typeface="Inter"/>
                  <a:sym typeface="Inter"/>
                </a:rPr>
                <a:t>Độ</a:t>
              </a:r>
              <a:r>
                <a:rPr lang="en-US" sz="1400" b="1" dirty="0">
                  <a:solidFill>
                    <a:srgbClr val="1E40AF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400" b="1" dirty="0" err="1">
                  <a:solidFill>
                    <a:srgbClr val="1E40AF"/>
                  </a:solidFill>
                  <a:latin typeface="Inter"/>
                  <a:ea typeface="Inter"/>
                  <a:cs typeface="Inter"/>
                  <a:sym typeface="Inter"/>
                </a:rPr>
                <a:t>chính</a:t>
              </a:r>
              <a:r>
                <a:rPr lang="en-US" sz="1400" b="1" dirty="0">
                  <a:solidFill>
                    <a:srgbClr val="1E40AF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400" b="1" dirty="0" err="1">
                  <a:solidFill>
                    <a:srgbClr val="1E40AF"/>
                  </a:solidFill>
                  <a:latin typeface="Inter"/>
                  <a:ea typeface="Inter"/>
                  <a:cs typeface="Inter"/>
                  <a:sym typeface="Inter"/>
                </a:rPr>
                <a:t>xác</a:t>
              </a:r>
              <a:r>
                <a:rPr lang="en-US" sz="1400" b="1" dirty="0">
                  <a:solidFill>
                    <a:srgbClr val="1E40AF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400" b="1" dirty="0" err="1">
                  <a:solidFill>
                    <a:srgbClr val="1E40AF"/>
                  </a:solidFill>
                  <a:latin typeface="Inter"/>
                  <a:ea typeface="Inter"/>
                  <a:cs typeface="Inter"/>
                  <a:sym typeface="Inter"/>
                </a:rPr>
                <a:t>trích</a:t>
              </a:r>
              <a:r>
                <a:rPr lang="en-US" sz="1400" b="1" dirty="0">
                  <a:solidFill>
                    <a:srgbClr val="1E40AF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400" b="1" dirty="0" err="1">
                  <a:solidFill>
                    <a:srgbClr val="1E40AF"/>
                  </a:solidFill>
                  <a:latin typeface="Inter"/>
                  <a:ea typeface="Inter"/>
                  <a:cs typeface="Inter"/>
                  <a:sym typeface="Inter"/>
                </a:rPr>
                <a:t>dẫn</a:t>
              </a:r>
              <a:endParaRPr sz="1400" b="1" dirty="0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00" b="0" dirty="0" err="1">
                  <a:solidFill>
                    <a:srgbClr val="1E40AF"/>
                  </a:solidFill>
                  <a:latin typeface="Inter"/>
                  <a:ea typeface="Inter"/>
                  <a:cs typeface="Inter"/>
                  <a:sym typeface="Inter"/>
                </a:rPr>
                <a:t>Câu</a:t>
              </a:r>
              <a:r>
                <a:rPr lang="en-US" sz="1100" b="0" dirty="0">
                  <a:solidFill>
                    <a:srgbClr val="1E40AF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100" b="0" dirty="0" err="1">
                  <a:solidFill>
                    <a:srgbClr val="1E40AF"/>
                  </a:solidFill>
                  <a:latin typeface="Inter"/>
                  <a:ea typeface="Inter"/>
                  <a:cs typeface="Inter"/>
                  <a:sym typeface="Inter"/>
                </a:rPr>
                <a:t>trả</a:t>
              </a:r>
              <a:r>
                <a:rPr lang="en-US" sz="1100" b="0" dirty="0">
                  <a:solidFill>
                    <a:srgbClr val="1E40AF"/>
                  </a:solidFill>
                  <a:latin typeface="Inter"/>
                  <a:ea typeface="Inter"/>
                  <a:cs typeface="Inter"/>
                  <a:sym typeface="Inter"/>
                </a:rPr>
                <a:t> lời có </a:t>
              </a:r>
              <a:r>
                <a:rPr lang="en-US" sz="1100" b="0" dirty="0" err="1">
                  <a:solidFill>
                    <a:srgbClr val="1E40AF"/>
                  </a:solidFill>
                  <a:latin typeface="Inter"/>
                  <a:ea typeface="Inter"/>
                  <a:cs typeface="Inter"/>
                  <a:sym typeface="Inter"/>
                </a:rPr>
                <a:t>trích</a:t>
              </a:r>
              <a:r>
                <a:rPr lang="en-US" sz="1100" b="0" dirty="0">
                  <a:solidFill>
                    <a:srgbClr val="1E40AF"/>
                  </a:solidFill>
                  <a:latin typeface="Inter"/>
                  <a:ea typeface="Inter"/>
                  <a:cs typeface="Inter"/>
                  <a:sym typeface="Inter"/>
                </a:rPr>
                <a:t> đúng </a:t>
              </a:r>
              <a:r>
                <a:rPr lang="en-US" sz="1100" b="0" dirty="0" err="1">
                  <a:solidFill>
                    <a:srgbClr val="1E40AF"/>
                  </a:solidFill>
                  <a:latin typeface="Inter"/>
                  <a:ea typeface="Inter"/>
                  <a:cs typeface="Inter"/>
                  <a:sym typeface="Inter"/>
                </a:rPr>
                <a:t>nguồn</a:t>
              </a:r>
              <a:r>
                <a:rPr lang="en-US" sz="1100" b="0" dirty="0">
                  <a:solidFill>
                    <a:srgbClr val="1E40AF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100" b="0" dirty="0" err="1">
                  <a:solidFill>
                    <a:srgbClr val="1E40AF"/>
                  </a:solidFill>
                  <a:latin typeface="Inter"/>
                  <a:ea typeface="Inter"/>
                  <a:cs typeface="Inter"/>
                  <a:sym typeface="Inter"/>
                </a:rPr>
                <a:t>không</a:t>
              </a:r>
              <a:r>
                <a:rPr lang="en-US" sz="1100" b="0" dirty="0">
                  <a:solidFill>
                    <a:srgbClr val="1E40AF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sz="1100" b="0" dirty="0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625" name="Google Shape;2625;p9"/>
          <p:cNvGrpSpPr/>
          <p:nvPr/>
        </p:nvGrpSpPr>
        <p:grpSpPr>
          <a:xfrm>
            <a:off x="4667250" y="2047875"/>
            <a:ext cx="4095900" cy="952500"/>
            <a:chOff x="4667250" y="2047875"/>
            <a:chExt cx="4095900" cy="952500"/>
          </a:xfrm>
        </p:grpSpPr>
        <p:sp>
          <p:nvSpPr>
            <p:cNvPr id="2626" name="Google Shape;2626;p9"/>
            <p:cNvSpPr/>
            <p:nvPr/>
          </p:nvSpPr>
          <p:spPr>
            <a:xfrm>
              <a:off x="4667250" y="2047875"/>
              <a:ext cx="4095900" cy="952500"/>
            </a:xfrm>
            <a:prstGeom prst="roundRect">
              <a:avLst>
                <a:gd name="adj" fmla="val 12000"/>
              </a:avLst>
            </a:prstGeom>
            <a:solidFill>
              <a:srgbClr val="EFF6FF"/>
            </a:solidFill>
            <a:ln w="19050" cap="flat" cmpd="sng">
              <a:solidFill>
                <a:srgbClr val="3B82F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7" name="Google Shape;2627;p9"/>
            <p:cNvSpPr txBox="1"/>
            <p:nvPr/>
          </p:nvSpPr>
          <p:spPr>
            <a:xfrm>
              <a:off x="4667250" y="2047875"/>
              <a:ext cx="40959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2875" tIns="142875" rIns="142875" bIns="1428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DATA CONSISTENCY</a:t>
              </a:r>
              <a:endParaRPr sz="1000" b="1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1E40AF"/>
                  </a:solidFill>
                  <a:latin typeface="Inter"/>
                  <a:ea typeface="Inter"/>
                  <a:cs typeface="Inter"/>
                  <a:sym typeface="Inter"/>
                </a:rPr>
                <a:t>Ground-truth theo tài liệu/trang</a:t>
              </a:r>
              <a:endParaRPr sz="1400" b="1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1E40AF"/>
                  </a:solidFill>
                  <a:latin typeface="Inter"/>
                  <a:ea typeface="Inter"/>
                  <a:cs typeface="Inter"/>
                  <a:sym typeface="Inter"/>
                </a:rPr>
                <a:t>Không hỏng khi đổi cách chia đoạn.</a:t>
              </a:r>
              <a:endParaRPr sz="1100" b="0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628" name="Google Shape;2628;p9"/>
          <p:cNvGrpSpPr/>
          <p:nvPr/>
        </p:nvGrpSpPr>
        <p:grpSpPr>
          <a:xfrm>
            <a:off x="381000" y="3238500"/>
            <a:ext cx="8382000" cy="571500"/>
            <a:chOff x="381000" y="3238500"/>
            <a:chExt cx="8382000" cy="571500"/>
          </a:xfrm>
        </p:grpSpPr>
        <p:sp>
          <p:nvSpPr>
            <p:cNvPr id="2629" name="Google Shape;2629;p9"/>
            <p:cNvSpPr/>
            <p:nvPr/>
          </p:nvSpPr>
          <p:spPr>
            <a:xfrm>
              <a:off x="381000" y="3238500"/>
              <a:ext cx="8382000" cy="571500"/>
            </a:xfrm>
            <a:prstGeom prst="roundRect">
              <a:avLst>
                <a:gd name="adj" fmla="val 13333"/>
              </a:avLst>
            </a:prstGeom>
            <a:solidFill>
              <a:srgbClr val="F1F5F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" name="Google Shape;2630;p9"/>
            <p:cNvSpPr txBox="1"/>
            <p:nvPr/>
          </p:nvSpPr>
          <p:spPr>
            <a:xfrm>
              <a:off x="571500" y="3238500"/>
              <a:ext cx="8001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✅ </a:t>
              </a:r>
              <a:r>
                <a:rPr lang="en-US" sz="1200" b="1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Quy trình bắt buộc:</a:t>
              </a:r>
              <a:r>
                <a:rPr lang="en-US" sz="1200" b="0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Câu hỏi mẫu phải được người review verify trước khi tính vào báo cáo.</a:t>
              </a:r>
              <a:endParaRPr sz="1200" b="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sp>
        <p:nvSpPr>
          <p:cNvPr id="2631" name="Google Shape;2631;p9"/>
          <p:cNvSpPr/>
          <p:nvPr/>
        </p:nvSpPr>
        <p:spPr>
          <a:xfrm>
            <a:off x="0" y="4810125"/>
            <a:ext cx="9144000" cy="3333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2" name="Google Shape;2632;p9"/>
          <p:cNvSpPr/>
          <p:nvPr/>
        </p:nvSpPr>
        <p:spPr>
          <a:xfrm>
            <a:off x="8692153" y="79409"/>
            <a:ext cx="366980" cy="303866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00" name="PageNumber"/>
          <p:cNvSpPr txBox="1"/>
          <p:nvPr/>
        </p:nvSpPr>
        <p:spPr>
          <a:xfrm>
            <a:off x="7620000" y="4876800"/>
            <a:ext cx="762000" cy="1778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r>
              <a:rPr lang="en-US" sz="1400">
                <a:solidFill>
                  <a:srgbClr val="64748B"/>
                </a:solidFill>
                <a:latin typeface="Inter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6402120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7" name="Google Shape;2637;p10"/>
          <p:cNvSpPr/>
          <p:nvPr/>
        </p:nvSpPr>
        <p:spPr>
          <a:xfrm rot="10800000">
            <a:off x="-1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8" name="Google Shape;2638;p10"/>
          <p:cNvSpPr/>
          <p:nvPr/>
        </p:nvSpPr>
        <p:spPr>
          <a:xfrm rot="10800000">
            <a:off x="13" y="83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39" name="Google Shape;2639;p10"/>
          <p:cNvGrpSpPr/>
          <p:nvPr/>
        </p:nvGrpSpPr>
        <p:grpSpPr>
          <a:xfrm>
            <a:off x="43967" y="40719"/>
            <a:ext cx="2152257" cy="1172534"/>
            <a:chOff x="44974" y="27296"/>
            <a:chExt cx="2869676" cy="1563379"/>
          </a:xfrm>
        </p:grpSpPr>
        <p:cxnSp>
          <p:nvCxnSpPr>
            <p:cNvPr id="2640" name="Google Shape;2640;p10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2641" name="Google Shape;2641;p10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2642" name="Google Shape;2642;p10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2643" name="Google Shape;2643;p10"/>
          <p:cNvSpPr/>
          <p:nvPr/>
        </p:nvSpPr>
        <p:spPr>
          <a:xfrm>
            <a:off x="8607287" y="4680817"/>
            <a:ext cx="536700" cy="462600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44" name="Google Shape;2644;p10"/>
          <p:cNvGrpSpPr/>
          <p:nvPr/>
        </p:nvGrpSpPr>
        <p:grpSpPr>
          <a:xfrm>
            <a:off x="12020" y="3471965"/>
            <a:ext cx="325800" cy="1671646"/>
            <a:chOff x="16026" y="4629289"/>
            <a:chExt cx="434400" cy="2228861"/>
          </a:xfrm>
        </p:grpSpPr>
        <p:sp>
          <p:nvSpPr>
            <p:cNvPr id="2645" name="Google Shape;2645;p10"/>
            <p:cNvSpPr/>
            <p:nvPr/>
          </p:nvSpPr>
          <p:spPr>
            <a:xfrm>
              <a:off x="16026" y="4629289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6" name="Google Shape;2646;p10"/>
            <p:cNvSpPr/>
            <p:nvPr/>
          </p:nvSpPr>
          <p:spPr>
            <a:xfrm>
              <a:off x="16026" y="5005641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7" name="Google Shape;2647;p10"/>
            <p:cNvSpPr/>
            <p:nvPr/>
          </p:nvSpPr>
          <p:spPr>
            <a:xfrm>
              <a:off x="16026" y="5381993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8" name="Google Shape;2648;p10"/>
            <p:cNvSpPr/>
            <p:nvPr/>
          </p:nvSpPr>
          <p:spPr>
            <a:xfrm>
              <a:off x="16026" y="5758345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9" name="Google Shape;2649;p10"/>
            <p:cNvSpPr/>
            <p:nvPr/>
          </p:nvSpPr>
          <p:spPr>
            <a:xfrm>
              <a:off x="16026" y="6134697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0" name="Google Shape;2650;p10"/>
            <p:cNvSpPr/>
            <p:nvPr/>
          </p:nvSpPr>
          <p:spPr>
            <a:xfrm>
              <a:off x="16026" y="6511050"/>
              <a:ext cx="434400" cy="347100"/>
            </a:xfrm>
            <a:prstGeom prst="rect">
              <a:avLst/>
            </a:prstGeom>
            <a:gradFill>
              <a:gsLst>
                <a:gs pos="0">
                  <a:srgbClr val="0072FF"/>
                </a:gs>
                <a:gs pos="100000">
                  <a:srgbClr val="00C6FF">
                    <a:alpha val="0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51" name="Google Shape;2651;p10"/>
          <p:cNvSpPr/>
          <p:nvPr/>
        </p:nvSpPr>
        <p:spPr>
          <a:xfrm>
            <a:off x="8692153" y="79409"/>
            <a:ext cx="366980" cy="303866"/>
          </a:xfrm>
          <a:custGeom>
            <a:avLst/>
            <a:gdLst/>
            <a:ahLst/>
            <a:cxnLst/>
            <a:rect l="l" t="t" r="r" b="b"/>
            <a:pathLst>
              <a:path w="489307" h="405155" extrusionOk="0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2" name="Google Shape;2652;p10"/>
          <p:cNvSpPr/>
          <p:nvPr/>
        </p:nvSpPr>
        <p:spPr>
          <a:xfrm>
            <a:off x="69722" y="4907206"/>
            <a:ext cx="210300" cy="2103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53" name="Google Shape;2653;p10"/>
          <p:cNvGrpSpPr/>
          <p:nvPr/>
        </p:nvGrpSpPr>
        <p:grpSpPr>
          <a:xfrm rot="10800000">
            <a:off x="6949022" y="3934533"/>
            <a:ext cx="2152257" cy="1172534"/>
            <a:chOff x="44974" y="27296"/>
            <a:chExt cx="2869676" cy="1563379"/>
          </a:xfrm>
        </p:grpSpPr>
        <p:cxnSp>
          <p:nvCxnSpPr>
            <p:cNvPr id="2654" name="Google Shape;2654;p10"/>
            <p:cNvCxnSpPr/>
            <p:nvPr/>
          </p:nvCxnSpPr>
          <p:spPr>
            <a:xfrm rot="10800000">
              <a:off x="766350" y="34631"/>
              <a:ext cx="2148300" cy="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2655" name="Google Shape;2655;p10"/>
            <p:cNvCxnSpPr/>
            <p:nvPr/>
          </p:nvCxnSpPr>
          <p:spPr>
            <a:xfrm flipH="1">
              <a:off x="44974" y="27296"/>
              <a:ext cx="737400" cy="6441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  <p:cxnSp>
          <p:nvCxnSpPr>
            <p:cNvPr id="2656" name="Google Shape;2656;p10"/>
            <p:cNvCxnSpPr/>
            <p:nvPr/>
          </p:nvCxnSpPr>
          <p:spPr>
            <a:xfrm rot="10800000">
              <a:off x="52214" y="654075"/>
              <a:ext cx="0" cy="936600"/>
            </a:xfrm>
            <a:prstGeom prst="straightConnector1">
              <a:avLst/>
            </a:prstGeom>
            <a:noFill/>
            <a:ln w="28575" cap="flat" cmpd="sng">
              <a:solidFill>
                <a:srgbClr val="00C6FF"/>
              </a:solidFill>
              <a:prstDash val="solid"/>
              <a:miter lim="80"/>
              <a:headEnd type="none" w="sm" len="sm"/>
              <a:tailEnd type="none" w="sm" len="sm"/>
            </a:ln>
          </p:spPr>
        </p:cxnSp>
      </p:grpSp>
      <p:sp>
        <p:nvSpPr>
          <p:cNvPr id="2657" name="Google Shape;2657;p1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58" name="Google Shape;2658;p10"/>
          <p:cNvGrpSpPr/>
          <p:nvPr/>
        </p:nvGrpSpPr>
        <p:grpSpPr>
          <a:xfrm>
            <a:off x="381000" y="952500"/>
            <a:ext cx="8382150" cy="3238500"/>
            <a:chOff x="381000" y="952500"/>
            <a:chExt cx="8382150" cy="3238500"/>
          </a:xfrm>
        </p:grpSpPr>
        <p:sp>
          <p:nvSpPr>
            <p:cNvPr id="2659" name="Google Shape;2659;p10"/>
            <p:cNvSpPr/>
            <p:nvPr/>
          </p:nvSpPr>
          <p:spPr>
            <a:xfrm>
              <a:off x="381000" y="952500"/>
              <a:ext cx="4095900" cy="3238500"/>
            </a:xfrm>
            <a:prstGeom prst="roundRect">
              <a:avLst>
                <a:gd name="adj" fmla="val 3529"/>
              </a:avLst>
            </a:prstGeom>
            <a:solidFill>
              <a:srgbClr val="F0F9FF"/>
            </a:solidFill>
            <a:ln w="9525" cap="flat" cmpd="sng">
              <a:solidFill>
                <a:srgbClr val="0072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60" name="Google Shape;2660;p10"/>
            <p:cNvGrpSpPr/>
            <p:nvPr/>
          </p:nvGrpSpPr>
          <p:grpSpPr>
            <a:xfrm>
              <a:off x="381000" y="952500"/>
              <a:ext cx="4095900" cy="476400"/>
              <a:chOff x="381000" y="952500"/>
              <a:chExt cx="4095900" cy="476400"/>
            </a:xfrm>
          </p:grpSpPr>
          <p:sp>
            <p:nvSpPr>
              <p:cNvPr id="2661" name="Google Shape;2661;p10"/>
              <p:cNvSpPr/>
              <p:nvPr/>
            </p:nvSpPr>
            <p:spPr>
              <a:xfrm>
                <a:off x="381000" y="952500"/>
                <a:ext cx="4095900" cy="476400"/>
              </a:xfrm>
              <a:prstGeom prst="roundRect">
                <a:avLst>
                  <a:gd name="adj" fmla="val 24000"/>
                </a:avLst>
              </a:prstGeom>
              <a:solidFill>
                <a:srgbClr val="0072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Google Shape;2662;p10"/>
              <p:cNvSpPr txBox="1"/>
              <p:nvPr/>
            </p:nvSpPr>
            <p:spPr>
              <a:xfrm>
                <a:off x="381000" y="952500"/>
                <a:ext cx="40959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Đã làm</a:t>
                </a:r>
                <a:endParaRPr sz="1600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id="2663" name="Google Shape;2663;p10"/>
            <p:cNvSpPr txBox="1"/>
            <p:nvPr/>
          </p:nvSpPr>
          <p:spPr>
            <a:xfrm>
              <a:off x="523875" y="1524000"/>
              <a:ext cx="38100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457200" lvl="0" indent="-304800" algn="l" rtl="0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200"/>
                <a:buFont typeface="Inter"/>
                <a:buChar char="●"/>
              </a:pPr>
              <a:r>
                <a:rPr lang="en-US" sz="1200" b="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Upload, chia đoạn, tạo vector</a:t>
              </a:r>
              <a:endParaRPr sz="1200" b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304800" algn="l" rtl="0">
                <a:spcBef>
                  <a:spcPts val="900"/>
                </a:spcBef>
                <a:spcAft>
                  <a:spcPts val="0"/>
                </a:spcAft>
                <a:buClr>
                  <a:srgbClr val="1E293B"/>
                </a:buClr>
                <a:buSzPts val="1200"/>
                <a:buFont typeface="Inter"/>
                <a:buChar char="●"/>
              </a:pPr>
              <a:r>
                <a:rPr lang="en-US" sz="1200" b="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Hỏi-đáp streaming + trích dẫn</a:t>
              </a:r>
              <a:endParaRPr sz="1200" b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304800" algn="l" rtl="0">
                <a:spcBef>
                  <a:spcPts val="900"/>
                </a:spcBef>
                <a:spcAft>
                  <a:spcPts val="0"/>
                </a:spcAft>
                <a:buClr>
                  <a:srgbClr val="1E293B"/>
                </a:buClr>
                <a:buSzPts val="1200"/>
                <a:buFont typeface="Inter"/>
                <a:buChar char="●"/>
              </a:pPr>
              <a:r>
                <a:rPr lang="en-US" sz="1200" b="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Hybrid retrieval + rerank</a:t>
              </a:r>
              <a:endParaRPr sz="1200" b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304800" algn="l" rtl="0">
                <a:spcBef>
                  <a:spcPts val="900"/>
                </a:spcBef>
                <a:spcAft>
                  <a:spcPts val="0"/>
                </a:spcAft>
                <a:buClr>
                  <a:srgbClr val="1E293B"/>
                </a:buClr>
                <a:buSzPts val="1200"/>
                <a:buFont typeface="Inter"/>
                <a:buChar char="●"/>
              </a:pPr>
              <a:r>
                <a:rPr lang="en-US" sz="1200" b="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Evaluation harness</a:t>
              </a:r>
              <a:endParaRPr sz="1200" b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304800" algn="l" rtl="0">
                <a:spcBef>
                  <a:spcPts val="900"/>
                </a:spcBef>
                <a:spcAft>
                  <a:spcPts val="0"/>
                </a:spcAft>
                <a:buClr>
                  <a:srgbClr val="1E293B"/>
                </a:buClr>
                <a:buSzPts val="1200"/>
                <a:buFont typeface="Inter"/>
                <a:buChar char="●"/>
              </a:pPr>
              <a:r>
                <a:rPr lang="en-US" sz="1200" b="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API key cho team khác</a:t>
              </a:r>
              <a:endParaRPr sz="1200" b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304800" algn="l" rtl="0">
                <a:spcBef>
                  <a:spcPts val="900"/>
                </a:spcBef>
                <a:spcAft>
                  <a:spcPts val="0"/>
                </a:spcAft>
                <a:buClr>
                  <a:srgbClr val="1E293B"/>
                </a:buClr>
                <a:buSzPts val="1200"/>
                <a:buFont typeface="Inter"/>
                <a:buChar char="●"/>
              </a:pPr>
              <a:r>
                <a:rPr lang="en-US" sz="1200" b="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Export cho thiết bị offline</a:t>
              </a:r>
              <a:endParaRPr sz="1200" b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664" name="Google Shape;2664;p10"/>
            <p:cNvSpPr/>
            <p:nvPr/>
          </p:nvSpPr>
          <p:spPr>
            <a:xfrm>
              <a:off x="4667250" y="952500"/>
              <a:ext cx="4095900" cy="3238500"/>
            </a:xfrm>
            <a:prstGeom prst="roundRect">
              <a:avLst>
                <a:gd name="adj" fmla="val 3529"/>
              </a:avLst>
            </a:prstGeom>
            <a:solidFill>
              <a:srgbClr val="FFF7ED"/>
            </a:solidFill>
            <a:ln w="9525" cap="flat" cmpd="sng">
              <a:solidFill>
                <a:srgbClr val="F9731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65" name="Google Shape;2665;p10"/>
            <p:cNvGrpSpPr/>
            <p:nvPr/>
          </p:nvGrpSpPr>
          <p:grpSpPr>
            <a:xfrm>
              <a:off x="4667250" y="952500"/>
              <a:ext cx="4095900" cy="476400"/>
              <a:chOff x="4667250" y="952500"/>
              <a:chExt cx="4095900" cy="476400"/>
            </a:xfrm>
          </p:grpSpPr>
          <p:sp>
            <p:nvSpPr>
              <p:cNvPr id="2666" name="Google Shape;2666;p10"/>
              <p:cNvSpPr/>
              <p:nvPr/>
            </p:nvSpPr>
            <p:spPr>
              <a:xfrm>
                <a:off x="4667250" y="952500"/>
                <a:ext cx="4095900" cy="476400"/>
              </a:xfrm>
              <a:prstGeom prst="roundRect">
                <a:avLst>
                  <a:gd name="adj" fmla="val 24000"/>
                </a:avLst>
              </a:prstGeom>
              <a:solidFill>
                <a:srgbClr val="F97316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Google Shape;2667;p10"/>
              <p:cNvSpPr txBox="1"/>
              <p:nvPr/>
            </p:nvSpPr>
            <p:spPr>
              <a:xfrm>
                <a:off x="4667250" y="952500"/>
                <a:ext cx="40959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Kế hoạch</a:t>
                </a:r>
                <a:endParaRPr sz="1600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id="2668" name="Google Shape;2668;p10"/>
            <p:cNvSpPr txBox="1"/>
            <p:nvPr/>
          </p:nvSpPr>
          <p:spPr>
            <a:xfrm>
              <a:off x="4810125" y="1524000"/>
              <a:ext cx="38100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457200" lvl="0" indent="-304800" algn="l" rtl="0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200"/>
                <a:buFont typeface="Inter"/>
                <a:buChar char="●"/>
              </a:pPr>
              <a:r>
                <a:rPr lang="en-US" sz="12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login</a:t>
              </a:r>
              <a:r>
                <a:rPr lang="en-US" sz="1200" b="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, phân quyền </a:t>
              </a:r>
              <a:r>
                <a:rPr lang="en-US" sz="12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tài liệu</a:t>
              </a:r>
              <a:endParaRPr sz="1200" b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304800" algn="l" rtl="0">
                <a:spcBef>
                  <a:spcPts val="900"/>
                </a:spcBef>
                <a:spcAft>
                  <a:spcPts val="0"/>
                </a:spcAft>
                <a:buClr>
                  <a:srgbClr val="1E293B"/>
                </a:buClr>
                <a:buSzPts val="1200"/>
                <a:buFont typeface="Inter"/>
                <a:buChar char="●"/>
              </a:pPr>
              <a:r>
                <a:rPr lang="en-US" sz="1200" b="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Versioning, luồng duyệt nội dung</a:t>
              </a:r>
              <a:endParaRPr sz="1200" b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304800" algn="l" rtl="0">
                <a:spcBef>
                  <a:spcPts val="900"/>
                </a:spcBef>
                <a:spcAft>
                  <a:spcPts val="900"/>
                </a:spcAft>
                <a:buClr>
                  <a:srgbClr val="1E293B"/>
                </a:buClr>
                <a:buSzPts val="1200"/>
                <a:buFont typeface="Inter"/>
                <a:buChar char="●"/>
              </a:pPr>
              <a:r>
                <a:rPr lang="en-US" sz="1200" b="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Hàng đợi riêng, observability</a:t>
              </a:r>
              <a:endParaRPr sz="1200" b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304800" algn="l" rtl="0">
                <a:spcBef>
                  <a:spcPts val="900"/>
                </a:spcBef>
                <a:spcAft>
                  <a:spcPts val="0"/>
                </a:spcAft>
                <a:buClr>
                  <a:srgbClr val="1E293B"/>
                </a:buClr>
                <a:buSzPts val="1200"/>
                <a:buFont typeface="Inter"/>
                <a:buChar char="●"/>
              </a:pPr>
              <a:r>
                <a:rPr lang="en-US" sz="1200" b="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Adapter kênh tích hợp: chat nội bộ, kiosk biên</a:t>
              </a:r>
              <a:endParaRPr sz="1200" b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304800" algn="l" rtl="0">
                <a:spcBef>
                  <a:spcPts val="900"/>
                </a:spcBef>
                <a:spcAft>
                  <a:spcPts val="0"/>
                </a:spcAft>
                <a:buClr>
                  <a:srgbClr val="1E293B"/>
                </a:buClr>
                <a:buSzPts val="1200"/>
                <a:buFont typeface="Inter"/>
                <a:buChar char="●"/>
              </a:pPr>
              <a:r>
                <a:rPr lang="en-US" sz="1200" b="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Mở rộng bộ câu hỏi đánh giá định kỳ</a:t>
              </a:r>
              <a:endParaRPr sz="1200" b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669" name="Google Shape;2669;p10"/>
          <p:cNvSpPr txBox="1">
            <a:spLocks noGrp="1"/>
          </p:cNvSpPr>
          <p:nvPr>
            <p:ph type="title"/>
          </p:nvPr>
        </p:nvSpPr>
        <p:spPr>
          <a:xfrm>
            <a:off x="381000" y="0"/>
            <a:ext cx="8382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800" b="1" i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Phạm vi hiện tại</a:t>
            </a:r>
            <a:endParaRPr sz="2800" b="1" i="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00" name="PageNumber"/>
          <p:cNvSpPr txBox="1"/>
          <p:nvPr/>
        </p:nvSpPr>
        <p:spPr>
          <a:xfrm>
            <a:off x="7620000" y="4876800"/>
            <a:ext cx="762000" cy="1778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r>
              <a:rPr lang="en-US" sz="1400">
                <a:solidFill>
                  <a:srgbClr val="64748B"/>
                </a:solidFill>
                <a:latin typeface="Inter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4585286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4" name="Google Shape;2674;p11"/>
          <p:cNvSpPr txBox="1">
            <a:spLocks noGrp="1"/>
          </p:cNvSpPr>
          <p:nvPr>
            <p:ph type="title"/>
          </p:nvPr>
        </p:nvSpPr>
        <p:spPr>
          <a:xfrm>
            <a:off x="580609" y="167973"/>
            <a:ext cx="7935000" cy="5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3300"/>
              <a:buNone/>
            </a:pPr>
            <a:r>
              <a:rPr lang="en-US" sz="2400"/>
              <a:t>Lộ trình &amp; chi phí vận hành</a:t>
            </a:r>
            <a:endParaRPr/>
          </a:p>
        </p:txBody>
      </p:sp>
      <p:sp>
        <p:nvSpPr>
          <p:cNvPr id="2675" name="Google Shape;2675;p11"/>
          <p:cNvSpPr txBox="1">
            <a:spLocks noGrp="1"/>
          </p:cNvSpPr>
          <p:nvPr>
            <p:ph type="body" idx="1"/>
          </p:nvPr>
        </p:nvSpPr>
        <p:spPr>
          <a:xfrm>
            <a:off x="580609" y="925368"/>
            <a:ext cx="7935000" cy="3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61950" algn="just" rtl="0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SzPts val="2100"/>
              <a:buChar char="•"/>
            </a:pPr>
            <a:r>
              <a:rPr lang="en-US"/>
              <a:t>Phase 2 — Bảo mật: SSO, phân quyền phòng ban</a:t>
            </a:r>
            <a:endParaRPr/>
          </a:p>
          <a:p>
            <a:pPr marL="457200" lvl="0" indent="-361950" algn="just" rtl="0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SzPts val="2100"/>
              <a:buChar char="•"/>
            </a:pPr>
            <a:r>
              <a:rPr lang="en-US"/>
              <a:t>Phase 2 — Hạ tầng: hàng đợi riêng, index ANN nếu tài liệu tăng lớn.</a:t>
            </a:r>
            <a:endParaRPr/>
          </a:p>
          <a:p>
            <a:pPr marL="457200" lvl="0" indent="-361950" algn="just" rtl="0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SzPts val="2100"/>
              <a:buChar char="•"/>
            </a:pPr>
            <a:r>
              <a:rPr lang="en-US"/>
              <a:t>Phase 3 — Kênh tích hợp: Telegram/Teams, kiosk thiết bị biên.</a:t>
            </a:r>
            <a:endParaRPr/>
          </a:p>
          <a:p>
            <a:pPr marL="457200" lvl="0" indent="-361950" algn="just" rtl="0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SzPts val="2100"/>
              <a:buChar char="•"/>
            </a:pPr>
            <a:r>
              <a:rPr lang="en-US"/>
              <a:t>Liên tục: mở rộng bộ câu hỏi đánh giá lên 50+ câu.</a:t>
            </a:r>
            <a:endParaRPr/>
          </a:p>
          <a:p>
            <a:pPr marL="457200" lvl="0" indent="-361950" algn="just" rtl="0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SzPts val="2100"/>
              <a:buChar char="•"/>
            </a:pPr>
            <a:r>
              <a:rPr lang="en-US"/>
              <a:t>Chi phí: model self-host, miễn phí — chi phí chính chỉ là hạ tầng máy chủ.</a:t>
            </a:r>
            <a:endParaRPr/>
          </a:p>
        </p:txBody>
      </p:sp>
      <p:sp>
        <p:nvSpPr>
          <p:cNvPr id="9500" name="PageNumber"/>
          <p:cNvSpPr txBox="1"/>
          <p:nvPr/>
        </p:nvSpPr>
        <p:spPr>
          <a:xfrm>
            <a:off x="8178800" y="4864100"/>
            <a:ext cx="508000" cy="203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r>
              <a:rPr lang="en-US" sz="1400">
                <a:solidFill>
                  <a:srgbClr val="64748B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52109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0" name="Google Shape;2680;g3ec3e28d62c_0_23"/>
          <p:cNvSpPr txBox="1">
            <a:spLocks noGrp="1"/>
          </p:cNvSpPr>
          <p:nvPr>
            <p:ph type="title"/>
          </p:nvPr>
        </p:nvSpPr>
        <p:spPr>
          <a:xfrm>
            <a:off x="580609" y="167973"/>
            <a:ext cx="7935000" cy="5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3300"/>
              <a:buNone/>
            </a:pPr>
            <a:r>
              <a:rPr lang="en-US" sz="2400"/>
              <a:t>Kết luận</a:t>
            </a:r>
            <a:endParaRPr/>
          </a:p>
        </p:txBody>
      </p:sp>
      <p:sp>
        <p:nvSpPr>
          <p:cNvPr id="2681" name="Google Shape;2681;g3ec3e28d62c_0_23"/>
          <p:cNvSpPr txBox="1">
            <a:spLocks noGrp="1"/>
          </p:cNvSpPr>
          <p:nvPr>
            <p:ph type="body" idx="1"/>
          </p:nvPr>
        </p:nvSpPr>
        <p:spPr>
          <a:xfrm>
            <a:off x="580609" y="925368"/>
            <a:ext cx="7935000" cy="3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61950" algn="just" rtl="0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SzPts val="2100"/>
              <a:buChar char="•"/>
            </a:pPr>
            <a:r>
              <a:rPr lang="en-US" sz="1600"/>
              <a:t>POC đã chứng minh luồng end-to-end chạy thật, đo được bằng số liệu cụ thể.</a:t>
            </a:r>
            <a:endParaRPr/>
          </a:p>
          <a:p>
            <a:pPr marL="457200" lvl="0" indent="-361950" algn="just" rtl="0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SzPts val="2100"/>
              <a:buChar char="•"/>
            </a:pPr>
            <a:r>
              <a:rPr lang="en-US" sz="1600"/>
              <a:t>Rủi ro lớn nhất của RAG — retrieval chính xác — đã được giải quyết.</a:t>
            </a:r>
            <a:endParaRPr/>
          </a:p>
          <a:p>
            <a:pPr marL="457200" lvl="0" indent="-361950" algn="just" rtl="0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SzPts val="2100"/>
              <a:buChar char="•"/>
            </a:pPr>
            <a:r>
              <a:rPr lang="en-US" sz="1600"/>
              <a:t>Phần còn lại (bảo mật, vận hành, kênh) là việc đã biết cách làm.</a:t>
            </a:r>
            <a:endParaRPr/>
          </a:p>
          <a:p>
            <a:pPr marL="457200" lvl="0" indent="-361950" algn="just" rtl="0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SzPts val="2100"/>
              <a:buChar char="•"/>
            </a:pPr>
            <a:r>
              <a:rPr lang="en-US" sz="1600"/>
              <a:t>Đề xuất: phê duyệt đầu tư Phase 2 để lên sản phẩm chính thức.</a:t>
            </a:r>
            <a:endParaRPr/>
          </a:p>
        </p:txBody>
      </p:sp>
      <p:sp>
        <p:nvSpPr>
          <p:cNvPr id="9500" name="PageNumber"/>
          <p:cNvSpPr txBox="1"/>
          <p:nvPr/>
        </p:nvSpPr>
        <p:spPr>
          <a:xfrm>
            <a:off x="8178800" y="4864100"/>
            <a:ext cx="508000" cy="203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r>
              <a:rPr lang="en-US" sz="1400">
                <a:solidFill>
                  <a:srgbClr val="64748B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739487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IT Pallete">
      <a:dk1>
        <a:srgbClr val="2A2F4F"/>
      </a:dk1>
      <a:lt1>
        <a:srgbClr val="FFFFFF"/>
      </a:lt1>
      <a:dk2>
        <a:srgbClr val="1C305E"/>
      </a:dk2>
      <a:lt2>
        <a:srgbClr val="E7E6E6"/>
      </a:lt2>
      <a:accent1>
        <a:srgbClr val="0071FF"/>
      </a:accent1>
      <a:accent2>
        <a:srgbClr val="FAAB78"/>
      </a:accent2>
      <a:accent3>
        <a:srgbClr val="EC7171"/>
      </a:accent3>
      <a:accent4>
        <a:srgbClr val="FFCD38"/>
      </a:accent4>
      <a:accent5>
        <a:srgbClr val="4700D8"/>
      </a:accent5>
      <a:accent6>
        <a:srgbClr val="41855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UIT Pallete">
      <a:dk1>
        <a:srgbClr val="2A2F4F"/>
      </a:dk1>
      <a:lt1>
        <a:srgbClr val="FFFFFF"/>
      </a:lt1>
      <a:dk2>
        <a:srgbClr val="1C305E"/>
      </a:dk2>
      <a:lt2>
        <a:srgbClr val="E7E6E6"/>
      </a:lt2>
      <a:accent1>
        <a:srgbClr val="0071FF"/>
      </a:accent1>
      <a:accent2>
        <a:srgbClr val="FAAB78"/>
      </a:accent2>
      <a:accent3>
        <a:srgbClr val="EC7171"/>
      </a:accent3>
      <a:accent4>
        <a:srgbClr val="FFCD38"/>
      </a:accent4>
      <a:accent5>
        <a:srgbClr val="4700D8"/>
      </a:accent5>
      <a:accent6>
        <a:srgbClr val="41855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UIT Pallete">
      <a:dk1>
        <a:srgbClr val="2A2F4F"/>
      </a:dk1>
      <a:lt1>
        <a:srgbClr val="FFFFFF"/>
      </a:lt1>
      <a:dk2>
        <a:srgbClr val="1C305E"/>
      </a:dk2>
      <a:lt2>
        <a:srgbClr val="E7E6E6"/>
      </a:lt2>
      <a:accent1>
        <a:srgbClr val="0071FF"/>
      </a:accent1>
      <a:accent2>
        <a:srgbClr val="FAAB78"/>
      </a:accent2>
      <a:accent3>
        <a:srgbClr val="EC7171"/>
      </a:accent3>
      <a:accent4>
        <a:srgbClr val="FFCD38"/>
      </a:accent4>
      <a:accent5>
        <a:srgbClr val="4700D8"/>
      </a:accent5>
      <a:accent6>
        <a:srgbClr val="41855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UIT Pallete">
      <a:dk1>
        <a:srgbClr val="2A2F4F"/>
      </a:dk1>
      <a:lt1>
        <a:srgbClr val="FFFFFF"/>
      </a:lt1>
      <a:dk2>
        <a:srgbClr val="1C305E"/>
      </a:dk2>
      <a:lt2>
        <a:srgbClr val="E7E6E6"/>
      </a:lt2>
      <a:accent1>
        <a:srgbClr val="0071FF"/>
      </a:accent1>
      <a:accent2>
        <a:srgbClr val="FAAB78"/>
      </a:accent2>
      <a:accent3>
        <a:srgbClr val="EC7171"/>
      </a:accent3>
      <a:accent4>
        <a:srgbClr val="FFCD38"/>
      </a:accent4>
      <a:accent5>
        <a:srgbClr val="4700D8"/>
      </a:accent5>
      <a:accent6>
        <a:srgbClr val="41855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89278B3-905F-4096-9E4E-F165C9E004C8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2287c035-27b5-4ebf-8eaf-ee133dd58b87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913</Words>
  <Application>Microsoft Office PowerPoint</Application>
  <PresentationFormat>On-screen Show (16:9)</PresentationFormat>
  <Paragraphs>153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12</vt:i4>
      </vt:variant>
    </vt:vector>
  </HeadingPairs>
  <TitlesOfParts>
    <vt:vector size="23" baseType="lpstr">
      <vt:lpstr>Calibri</vt:lpstr>
      <vt:lpstr>Inter</vt:lpstr>
      <vt:lpstr>Material Icons</vt:lpstr>
      <vt:lpstr>Inter SemiBold</vt:lpstr>
      <vt:lpstr>Inter Medium</vt:lpstr>
      <vt:lpstr>Arial</vt:lpstr>
      <vt:lpstr>Times New Roman</vt:lpstr>
      <vt:lpstr>Office Theme</vt:lpstr>
      <vt:lpstr>Office Theme</vt:lpstr>
      <vt:lpstr>Office Theme</vt:lpstr>
      <vt:lpstr>Office Theme</vt:lpstr>
      <vt:lpstr>PowerPoint Presentation</vt:lpstr>
      <vt:lpstr>PowerPoint Presentation</vt:lpstr>
      <vt:lpstr>Bài toán &amp; mục đích</vt:lpstr>
      <vt:lpstr>Hệ thống đã làm được gì</vt:lpstr>
      <vt:lpstr>PowerPoint Presentation</vt:lpstr>
      <vt:lpstr>Luồng nạp tài liệu (Ingestion)</vt:lpstr>
      <vt:lpstr>Luồng hỏi-đáp (Query)</vt:lpstr>
      <vt:lpstr>Vì sao chọn công nghệ này</vt:lpstr>
      <vt:lpstr>Đo lường chất lượng</vt:lpstr>
      <vt:lpstr>Phạm vi hiện tại</vt:lpstr>
      <vt:lpstr>Lộ trình &amp; chi phí vận hành</vt:lpstr>
      <vt:lpstr>Kết luận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Nhat Nguyen</cp:lastModifiedBy>
  <cp:revision>1</cp:revision>
  <dcterms:modified xsi:type="dcterms:W3CDTF">2026-07-02T14:24:10Z</dcterms:modified>
</cp:coreProperties>
</file>